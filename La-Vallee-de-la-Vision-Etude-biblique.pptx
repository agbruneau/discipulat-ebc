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06" r:id="rId3"/>
    <p:sldId id="305" r:id="rId4"/>
    <p:sldId id="307" r:id="rId5"/>
    <p:sldId id="308" r:id="rId6"/>
    <p:sldId id="318" r:id="rId7"/>
    <p:sldId id="310" r:id="rId8"/>
    <p:sldId id="311" r:id="rId9"/>
    <p:sldId id="312" r:id="rId10"/>
    <p:sldId id="321" r:id="rId11"/>
    <p:sldId id="314" r:id="rId12"/>
    <p:sldId id="319" r:id="rId13"/>
    <p:sldId id="320" r:id="rId14"/>
    <p:sldId id="279" r:id="rId15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6F9150-0F49-40D7-BCCA-1C0152742B58}" v="16" dt="2026-06-27T23:34: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20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é-Guy Bruneau" userId="c9f3b82d5570fc32" providerId="LiveId" clId="{C4496A7D-9A64-4B82-9835-F710A7718518}"/>
    <pc:docChg chg="undo custSel addSld delSld modSld">
      <pc:chgData name="André-Guy Bruneau" userId="c9f3b82d5570fc32" providerId="LiveId" clId="{C4496A7D-9A64-4B82-9835-F710A7718518}" dt="2026-06-27T23:34:53" v="1883"/>
      <pc:docMkLst>
        <pc:docMk/>
      </pc:docMkLst>
      <pc:sldChg chg="modSp mod">
        <pc:chgData name="André-Guy Bruneau" userId="c9f3b82d5570fc32" providerId="LiveId" clId="{C4496A7D-9A64-4B82-9835-F710A7718518}" dt="2026-06-27T11:34:51.821" v="1026" actId="6549"/>
        <pc:sldMkLst>
          <pc:docMk/>
          <pc:sldMk cId="0" sldId="256"/>
        </pc:sldMkLst>
        <pc:spChg chg="mod">
          <ac:chgData name="André-Guy Bruneau" userId="c9f3b82d5570fc32" providerId="LiveId" clId="{C4496A7D-9A64-4B82-9835-F710A7718518}" dt="2026-06-27T10:41:55.548" v="821" actId="6549"/>
          <ac:spMkLst>
            <pc:docMk/>
            <pc:sldMk cId="0" sldId="256"/>
            <ac:spMk id="6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34:51.821" v="1026" actId="6549"/>
          <ac:spMkLst>
            <pc:docMk/>
            <pc:sldMk cId="0" sldId="256"/>
            <ac:spMk id="7" creationId="{00000000-0000-0000-0000-000000000000}"/>
          </ac:spMkLst>
        </pc:spChg>
      </pc:sldChg>
      <pc:sldChg chg="modSp add del mod">
        <pc:chgData name="André-Guy Bruneau" userId="c9f3b82d5570fc32" providerId="LiveId" clId="{C4496A7D-9A64-4B82-9835-F710A7718518}" dt="2026-06-27T15:16:05.978" v="1781"/>
        <pc:sldMkLst>
          <pc:docMk/>
          <pc:sldMk cId="394863053" sldId="269"/>
        </pc:sldMkLst>
        <pc:spChg chg="mod">
          <ac:chgData name="André-Guy Bruneau" userId="c9f3b82d5570fc32" providerId="LiveId" clId="{C4496A7D-9A64-4B82-9835-F710A7718518}" dt="2026-06-27T11:37:42.716" v="1069" actId="20577"/>
          <ac:spMkLst>
            <pc:docMk/>
            <pc:sldMk cId="394863053" sldId="269"/>
            <ac:spMk id="2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37:49.606" v="1073" actId="20577"/>
          <ac:spMkLst>
            <pc:docMk/>
            <pc:sldMk cId="394863053" sldId="269"/>
            <ac:spMk id="7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36:35.192" v="1058" actId="20577"/>
          <ac:spMkLst>
            <pc:docMk/>
            <pc:sldMk cId="394863053" sldId="269"/>
            <ac:spMk id="8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38:11.378" v="1117" actId="20577"/>
          <ac:spMkLst>
            <pc:docMk/>
            <pc:sldMk cId="394863053" sldId="269"/>
            <ac:spMk id="13" creationId="{00000000-0000-0000-0000-000000000000}"/>
          </ac:spMkLst>
        </pc:spChg>
      </pc:sldChg>
      <pc:sldChg chg="add">
        <pc:chgData name="André-Guy Bruneau" userId="c9f3b82d5570fc32" providerId="LiveId" clId="{C4496A7D-9A64-4B82-9835-F710A7718518}" dt="2026-06-25T11:23:09.973" v="29"/>
        <pc:sldMkLst>
          <pc:docMk/>
          <pc:sldMk cId="2249389506" sldId="279"/>
        </pc:sldMkLst>
      </pc:sldChg>
      <pc:sldChg chg="modSp add del mod">
        <pc:chgData name="André-Guy Bruneau" userId="c9f3b82d5570fc32" providerId="LiveId" clId="{C4496A7D-9A64-4B82-9835-F710A7718518}" dt="2026-06-27T15:00:38.726" v="1777"/>
        <pc:sldMkLst>
          <pc:docMk/>
          <pc:sldMk cId="1014915409" sldId="289"/>
        </pc:sldMkLst>
        <pc:spChg chg="mod">
          <ac:chgData name="André-Guy Bruneau" userId="c9f3b82d5570fc32" providerId="LiveId" clId="{C4496A7D-9A64-4B82-9835-F710A7718518}" dt="2026-06-27T11:40:35.737" v="1133" actId="20577"/>
          <ac:spMkLst>
            <pc:docMk/>
            <pc:sldMk cId="1014915409" sldId="289"/>
            <ac:spMk id="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52:22.514" v="1631" actId="20577"/>
          <ac:spMkLst>
            <pc:docMk/>
            <pc:sldMk cId="1014915409" sldId="289"/>
            <ac:spMk id="15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57:51.944" v="1775" actId="20577"/>
          <ac:spMkLst>
            <pc:docMk/>
            <pc:sldMk cId="1014915409" sldId="289"/>
            <ac:spMk id="21" creationId="{00000000-0000-0000-0000-000000000000}"/>
          </ac:spMkLst>
        </pc:spChg>
      </pc:sldChg>
      <pc:sldChg chg="modSp add del mod">
        <pc:chgData name="André-Guy Bruneau" userId="c9f3b82d5570fc32" providerId="LiveId" clId="{C4496A7D-9A64-4B82-9835-F710A7718518}" dt="2026-06-27T15:17:41.324" v="1787"/>
        <pc:sldMkLst>
          <pc:docMk/>
          <pc:sldMk cId="3304258000" sldId="290"/>
        </pc:sldMkLst>
      </pc:sldChg>
      <pc:sldChg chg="modSp add del mod">
        <pc:chgData name="André-Guy Bruneau" userId="c9f3b82d5570fc32" providerId="LiveId" clId="{C4496A7D-9A64-4B82-9835-F710A7718518}" dt="2026-06-27T15:18:02.090" v="1789"/>
        <pc:sldMkLst>
          <pc:docMk/>
          <pc:sldMk cId="2732842191" sldId="291"/>
        </pc:sldMkLst>
      </pc:sldChg>
      <pc:sldChg chg="modSp add del mod">
        <pc:chgData name="André-Guy Bruneau" userId="c9f3b82d5570fc32" providerId="LiveId" clId="{C4496A7D-9A64-4B82-9835-F710A7718518}" dt="2026-06-27T15:18:55.718" v="1791"/>
        <pc:sldMkLst>
          <pc:docMk/>
          <pc:sldMk cId="3373682352" sldId="292"/>
        </pc:sldMkLst>
      </pc:sldChg>
      <pc:sldChg chg="modSp add del mod">
        <pc:chgData name="André-Guy Bruneau" userId="c9f3b82d5570fc32" providerId="LiveId" clId="{C4496A7D-9A64-4B82-9835-F710A7718518}" dt="2026-06-27T15:19:09.080" v="1793"/>
        <pc:sldMkLst>
          <pc:docMk/>
          <pc:sldMk cId="70202141" sldId="293"/>
        </pc:sldMkLst>
      </pc:sldChg>
      <pc:sldChg chg="modSp add del mod">
        <pc:chgData name="André-Guy Bruneau" userId="c9f3b82d5570fc32" providerId="LiveId" clId="{C4496A7D-9A64-4B82-9835-F710A7718518}" dt="2026-06-27T15:19:15.624" v="1795"/>
        <pc:sldMkLst>
          <pc:docMk/>
          <pc:sldMk cId="362923616" sldId="294"/>
        </pc:sldMkLst>
        <pc:spChg chg="mod">
          <ac:chgData name="André-Guy Bruneau" userId="c9f3b82d5570fc32" providerId="LiveId" clId="{C4496A7D-9A64-4B82-9835-F710A7718518}" dt="2026-06-26T11:16:36.993" v="784" actId="255"/>
          <ac:spMkLst>
            <pc:docMk/>
            <pc:sldMk cId="362923616" sldId="294"/>
            <ac:spMk id="6" creationId="{00000000-0000-0000-0000-000000000000}"/>
          </ac:spMkLst>
        </pc:spChg>
      </pc:sldChg>
      <pc:sldChg chg="add del">
        <pc:chgData name="André-Guy Bruneau" userId="c9f3b82d5570fc32" providerId="LiveId" clId="{C4496A7D-9A64-4B82-9835-F710A7718518}" dt="2026-06-27T15:19:22.228" v="1797"/>
        <pc:sldMkLst>
          <pc:docMk/>
          <pc:sldMk cId="2082676983" sldId="295"/>
        </pc:sldMkLst>
      </pc:sldChg>
      <pc:sldChg chg="add del">
        <pc:chgData name="André-Guy Bruneau" userId="c9f3b82d5570fc32" providerId="LiveId" clId="{C4496A7D-9A64-4B82-9835-F710A7718518}" dt="2026-06-27T15:19:51.355" v="1799"/>
        <pc:sldMkLst>
          <pc:docMk/>
          <pc:sldMk cId="4144892426" sldId="296"/>
        </pc:sldMkLst>
      </pc:sldChg>
      <pc:sldChg chg="add del">
        <pc:chgData name="André-Guy Bruneau" userId="c9f3b82d5570fc32" providerId="LiveId" clId="{C4496A7D-9A64-4B82-9835-F710A7718518}" dt="2026-06-27T15:19:59.353" v="1801"/>
        <pc:sldMkLst>
          <pc:docMk/>
          <pc:sldMk cId="4122083313" sldId="297"/>
        </pc:sldMkLst>
      </pc:sldChg>
      <pc:sldChg chg="add del">
        <pc:chgData name="André-Guy Bruneau" userId="c9f3b82d5570fc32" providerId="LiveId" clId="{C4496A7D-9A64-4B82-9835-F710A7718518}" dt="2026-06-27T10:38:51.134" v="798"/>
        <pc:sldMkLst>
          <pc:docMk/>
          <pc:sldMk cId="1429210052" sldId="298"/>
        </pc:sldMkLst>
      </pc:sldChg>
      <pc:sldChg chg="add del">
        <pc:chgData name="André-Guy Bruneau" userId="c9f3b82d5570fc32" providerId="LiveId" clId="{C4496A7D-9A64-4B82-9835-F710A7718518}" dt="2026-06-27T10:33:25.496" v="792" actId="47"/>
        <pc:sldMkLst>
          <pc:docMk/>
          <pc:sldMk cId="3481345228" sldId="298"/>
        </pc:sldMkLst>
      </pc:sldChg>
      <pc:sldChg chg="add del">
        <pc:chgData name="André-Guy Bruneau" userId="c9f3b82d5570fc32" providerId="LiveId" clId="{C4496A7D-9A64-4B82-9835-F710A7718518}" dt="2026-06-27T10:34:03.117" v="795" actId="47"/>
        <pc:sldMkLst>
          <pc:docMk/>
          <pc:sldMk cId="3186657740" sldId="299"/>
        </pc:sldMkLst>
      </pc:sldChg>
      <pc:sldChg chg="add del">
        <pc:chgData name="André-Guy Bruneau" userId="c9f3b82d5570fc32" providerId="LiveId" clId="{C4496A7D-9A64-4B82-9835-F710A7718518}" dt="2026-06-27T10:43:12.052" v="823"/>
        <pc:sldMkLst>
          <pc:docMk/>
          <pc:sldMk cId="3335174641" sldId="299"/>
        </pc:sldMkLst>
      </pc:sldChg>
      <pc:sldChg chg="add del">
        <pc:chgData name="André-Guy Bruneau" userId="c9f3b82d5570fc32" providerId="LiveId" clId="{C4496A7D-9A64-4B82-9835-F710A7718518}" dt="2026-06-27T10:40:33.837" v="801"/>
        <pc:sldMkLst>
          <pc:docMk/>
          <pc:sldMk cId="3329028927" sldId="300"/>
        </pc:sldMkLst>
      </pc:sldChg>
      <pc:sldChg chg="add del">
        <pc:chgData name="André-Guy Bruneau" userId="c9f3b82d5570fc32" providerId="LiveId" clId="{C4496A7D-9A64-4B82-9835-F710A7718518}" dt="2026-06-27T10:44:36.734" v="825"/>
        <pc:sldMkLst>
          <pc:docMk/>
          <pc:sldMk cId="2840570395" sldId="301"/>
        </pc:sldMkLst>
      </pc:sldChg>
      <pc:sldChg chg="modSp add del mod">
        <pc:chgData name="André-Guy Bruneau" userId="c9f3b82d5570fc32" providerId="LiveId" clId="{C4496A7D-9A64-4B82-9835-F710A7718518}" dt="2026-06-27T15:16:50.384" v="1783"/>
        <pc:sldMkLst>
          <pc:docMk/>
          <pc:sldMk cId="3878747934" sldId="302"/>
        </pc:sldMkLst>
        <pc:spChg chg="mod">
          <ac:chgData name="André-Guy Bruneau" userId="c9f3b82d5570fc32" providerId="LiveId" clId="{C4496A7D-9A64-4B82-9835-F710A7718518}" dt="2026-06-27T11:25:12.220" v="873" actId="20577"/>
          <ac:spMkLst>
            <pc:docMk/>
            <pc:sldMk cId="3878747934" sldId="302"/>
            <ac:spMk id="20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5:32.329" v="891" actId="20577"/>
          <ac:spMkLst>
            <pc:docMk/>
            <pc:sldMk cId="3878747934" sldId="302"/>
            <ac:spMk id="20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5:48.673" v="904" actId="20577"/>
          <ac:spMkLst>
            <pc:docMk/>
            <pc:sldMk cId="3878747934" sldId="302"/>
            <ac:spMk id="21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6:06.863" v="914" actId="20577"/>
          <ac:spMkLst>
            <pc:docMk/>
            <pc:sldMk cId="3878747934" sldId="302"/>
            <ac:spMk id="21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6:48.207" v="928" actId="20577"/>
          <ac:spMkLst>
            <pc:docMk/>
            <pc:sldMk cId="3878747934" sldId="302"/>
            <ac:spMk id="224" creationId="{00000000-0000-0000-0000-000000000000}"/>
          </ac:spMkLst>
        </pc:spChg>
      </pc:sldChg>
      <pc:sldChg chg="modSp add del mod">
        <pc:chgData name="André-Guy Bruneau" userId="c9f3b82d5570fc32" providerId="LiveId" clId="{C4496A7D-9A64-4B82-9835-F710A7718518}" dt="2026-06-27T15:17:13.589" v="1785"/>
        <pc:sldMkLst>
          <pc:docMk/>
          <pc:sldMk cId="4194183058" sldId="303"/>
        </pc:sldMkLst>
        <pc:spChg chg="mod">
          <ac:chgData name="André-Guy Bruneau" userId="c9f3b82d5570fc32" providerId="LiveId" clId="{C4496A7D-9A64-4B82-9835-F710A7718518}" dt="2026-06-27T11:27:41.187" v="943" actId="20577"/>
          <ac:spMkLst>
            <pc:docMk/>
            <pc:sldMk cId="4194183058" sldId="303"/>
            <ac:spMk id="20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7:51.636" v="959" actId="20577"/>
          <ac:spMkLst>
            <pc:docMk/>
            <pc:sldMk cId="4194183058" sldId="303"/>
            <ac:spMk id="20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8:29.985" v="975" actId="20577"/>
          <ac:spMkLst>
            <pc:docMk/>
            <pc:sldMk cId="4194183058" sldId="303"/>
            <ac:spMk id="21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8:51.643" v="988" actId="20577"/>
          <ac:spMkLst>
            <pc:docMk/>
            <pc:sldMk cId="4194183058" sldId="303"/>
            <ac:spMk id="21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11:29:13.697" v="1006" actId="20577"/>
          <ac:spMkLst>
            <pc:docMk/>
            <pc:sldMk cId="4194183058" sldId="303"/>
            <ac:spMk id="224" creationId="{00000000-0000-0000-0000-000000000000}"/>
          </ac:spMkLst>
        </pc:spChg>
      </pc:sldChg>
      <pc:sldChg chg="add del">
        <pc:chgData name="André-Guy Bruneau" userId="c9f3b82d5570fc32" providerId="LiveId" clId="{C4496A7D-9A64-4B82-9835-F710A7718518}" dt="2026-06-27T15:11:50.527" v="1779"/>
        <pc:sldMkLst>
          <pc:docMk/>
          <pc:sldMk cId="1977854363" sldId="304"/>
        </pc:sldMkLst>
      </pc:sldChg>
      <pc:sldChg chg="modSp add mod">
        <pc:chgData name="André-Guy Bruneau" userId="c9f3b82d5570fc32" providerId="LiveId" clId="{C4496A7D-9A64-4B82-9835-F710A7718518}" dt="2026-06-27T23:23:23.467" v="1817" actId="14100"/>
        <pc:sldMkLst>
          <pc:docMk/>
          <pc:sldMk cId="1865463153" sldId="305"/>
        </pc:sldMkLst>
        <pc:spChg chg="mod">
          <ac:chgData name="André-Guy Bruneau" userId="c9f3b82d5570fc32" providerId="LiveId" clId="{C4496A7D-9A64-4B82-9835-F710A7718518}" dt="2026-06-27T23:23:23.467" v="1817" actId="14100"/>
          <ac:spMkLst>
            <pc:docMk/>
            <pc:sldMk cId="1865463153" sldId="305"/>
            <ac:spMk id="8" creationId="{00000000-0000-0000-0000-000000000000}"/>
          </ac:spMkLst>
        </pc:spChg>
      </pc:sldChg>
      <pc:sldChg chg="add">
        <pc:chgData name="André-Guy Bruneau" userId="c9f3b82d5570fc32" providerId="LiveId" clId="{C4496A7D-9A64-4B82-9835-F710A7718518}" dt="2026-06-27T15:16:05.976" v="1780"/>
        <pc:sldMkLst>
          <pc:docMk/>
          <pc:sldMk cId="1750828263" sldId="306"/>
        </pc:sldMkLst>
      </pc:sldChg>
      <pc:sldChg chg="add">
        <pc:chgData name="André-Guy Bruneau" userId="c9f3b82d5570fc32" providerId="LiveId" clId="{C4496A7D-9A64-4B82-9835-F710A7718518}" dt="2026-06-27T15:16:50.381" v="1782"/>
        <pc:sldMkLst>
          <pc:docMk/>
          <pc:sldMk cId="4009307610" sldId="307"/>
        </pc:sldMkLst>
      </pc:sldChg>
      <pc:sldChg chg="modSp add mod">
        <pc:chgData name="André-Guy Bruneau" userId="c9f3b82d5570fc32" providerId="LiveId" clId="{C4496A7D-9A64-4B82-9835-F710A7718518}" dt="2026-06-27T23:24:28.591" v="1852" actId="20577"/>
        <pc:sldMkLst>
          <pc:docMk/>
          <pc:sldMk cId="3082900950" sldId="308"/>
        </pc:sldMkLst>
        <pc:spChg chg="mod">
          <ac:chgData name="André-Guy Bruneau" userId="c9f3b82d5570fc32" providerId="LiveId" clId="{C4496A7D-9A64-4B82-9835-F710A7718518}" dt="2026-06-27T23:23:45.520" v="1818" actId="20577"/>
          <ac:spMkLst>
            <pc:docMk/>
            <pc:sldMk cId="3082900950" sldId="308"/>
            <ac:spMk id="20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23:23:48.369" v="1819" actId="20577"/>
          <ac:spMkLst>
            <pc:docMk/>
            <pc:sldMk cId="3082900950" sldId="308"/>
            <ac:spMk id="20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23:24:28.591" v="1852" actId="20577"/>
          <ac:spMkLst>
            <pc:docMk/>
            <pc:sldMk cId="3082900950" sldId="308"/>
            <ac:spMk id="214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23:23:53.703" v="1821" actId="20577"/>
          <ac:spMkLst>
            <pc:docMk/>
            <pc:sldMk cId="3082900950" sldId="308"/>
            <ac:spMk id="219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23:23:57.008" v="1822" actId="20577"/>
          <ac:spMkLst>
            <pc:docMk/>
            <pc:sldMk cId="3082900950" sldId="308"/>
            <ac:spMk id="224" creationId="{00000000-0000-0000-0000-000000000000}"/>
          </ac:spMkLst>
        </pc:spChg>
      </pc:sldChg>
      <pc:sldChg chg="add del">
        <pc:chgData name="André-Guy Bruneau" userId="c9f3b82d5570fc32" providerId="LiveId" clId="{C4496A7D-9A64-4B82-9835-F710A7718518}" dt="2026-06-27T15:24:28.509" v="1803"/>
        <pc:sldMkLst>
          <pc:docMk/>
          <pc:sldMk cId="3848680304" sldId="309"/>
        </pc:sldMkLst>
      </pc:sldChg>
      <pc:sldChg chg="add">
        <pc:chgData name="André-Guy Bruneau" userId="c9f3b82d5570fc32" providerId="LiveId" clId="{C4496A7D-9A64-4B82-9835-F710A7718518}" dt="2026-06-27T15:18:02.088" v="1788"/>
        <pc:sldMkLst>
          <pc:docMk/>
          <pc:sldMk cId="2377755880" sldId="310"/>
        </pc:sldMkLst>
      </pc:sldChg>
      <pc:sldChg chg="add">
        <pc:chgData name="André-Guy Bruneau" userId="c9f3b82d5570fc32" providerId="LiveId" clId="{C4496A7D-9A64-4B82-9835-F710A7718518}" dt="2026-06-27T15:18:55.716" v="1790"/>
        <pc:sldMkLst>
          <pc:docMk/>
          <pc:sldMk cId="1566204714" sldId="311"/>
        </pc:sldMkLst>
      </pc:sldChg>
      <pc:sldChg chg="add">
        <pc:chgData name="André-Guy Bruneau" userId="c9f3b82d5570fc32" providerId="LiveId" clId="{C4496A7D-9A64-4B82-9835-F710A7718518}" dt="2026-06-27T15:19:09.077" v="1792"/>
        <pc:sldMkLst>
          <pc:docMk/>
          <pc:sldMk cId="3837644013" sldId="312"/>
        </pc:sldMkLst>
      </pc:sldChg>
      <pc:sldChg chg="add del">
        <pc:chgData name="André-Guy Bruneau" userId="c9f3b82d5570fc32" providerId="LiveId" clId="{C4496A7D-9A64-4B82-9835-F710A7718518}" dt="2026-06-27T23:32:39.725" v="1872"/>
        <pc:sldMkLst>
          <pc:docMk/>
          <pc:sldMk cId="980874350" sldId="313"/>
        </pc:sldMkLst>
      </pc:sldChg>
      <pc:sldChg chg="modSp add mod">
        <pc:chgData name="André-Guy Bruneau" userId="c9f3b82d5570fc32" providerId="LiveId" clId="{C4496A7D-9A64-4B82-9835-F710A7718518}" dt="2026-06-27T23:34:37.906" v="1879" actId="20577"/>
        <pc:sldMkLst>
          <pc:docMk/>
          <pc:sldMk cId="3328085537" sldId="314"/>
        </pc:sldMkLst>
        <pc:spChg chg="mod">
          <ac:chgData name="André-Guy Bruneau" userId="c9f3b82d5570fc32" providerId="LiveId" clId="{C4496A7D-9A64-4B82-9835-F710A7718518}" dt="2026-06-27T23:34:37.906" v="1879" actId="20577"/>
          <ac:spMkLst>
            <pc:docMk/>
            <pc:sldMk cId="3328085537" sldId="314"/>
            <ac:spMk id="6" creationId="{00000000-0000-0000-0000-000000000000}"/>
          </ac:spMkLst>
        </pc:spChg>
      </pc:sldChg>
      <pc:sldChg chg="add del">
        <pc:chgData name="André-Guy Bruneau" userId="c9f3b82d5570fc32" providerId="LiveId" clId="{C4496A7D-9A64-4B82-9835-F710A7718518}" dt="2026-06-27T15:25:50.549" v="1812"/>
        <pc:sldMkLst>
          <pc:docMk/>
          <pc:sldMk cId="320719922" sldId="315"/>
        </pc:sldMkLst>
      </pc:sldChg>
      <pc:sldChg chg="add del">
        <pc:chgData name="André-Guy Bruneau" userId="c9f3b82d5570fc32" providerId="LiveId" clId="{C4496A7D-9A64-4B82-9835-F710A7718518}" dt="2026-06-27T15:26:31.595" v="1814"/>
        <pc:sldMkLst>
          <pc:docMk/>
          <pc:sldMk cId="1764144630" sldId="316"/>
        </pc:sldMkLst>
      </pc:sldChg>
      <pc:sldChg chg="modSp add del mod">
        <pc:chgData name="André-Guy Bruneau" userId="c9f3b82d5570fc32" providerId="LiveId" clId="{C4496A7D-9A64-4B82-9835-F710A7718518}" dt="2026-06-27T15:25:08.865" v="1810"/>
        <pc:sldMkLst>
          <pc:docMk/>
          <pc:sldMk cId="3294387290" sldId="317"/>
        </pc:sldMkLst>
        <pc:spChg chg="mod">
          <ac:chgData name="André-Guy Bruneau" userId="c9f3b82d5570fc32" providerId="LiveId" clId="{C4496A7D-9A64-4B82-9835-F710A7718518}" dt="2026-06-27T15:25:06.073" v="1808" actId="1036"/>
          <ac:spMkLst>
            <pc:docMk/>
            <pc:sldMk cId="3294387290" sldId="317"/>
            <ac:spMk id="440" creationId="{00000000-0000-0000-0000-000000000000}"/>
          </ac:spMkLst>
        </pc:spChg>
      </pc:sldChg>
      <pc:sldChg chg="add">
        <pc:chgData name="André-Guy Bruneau" userId="c9f3b82d5570fc32" providerId="LiveId" clId="{C4496A7D-9A64-4B82-9835-F710A7718518}" dt="2026-06-27T15:25:08.854" v="1809"/>
        <pc:sldMkLst>
          <pc:docMk/>
          <pc:sldMk cId="3476847461" sldId="318"/>
        </pc:sldMkLst>
      </pc:sldChg>
      <pc:sldChg chg="modSp add mod">
        <pc:chgData name="André-Guy Bruneau" userId="c9f3b82d5570fc32" providerId="LiveId" clId="{C4496A7D-9A64-4B82-9835-F710A7718518}" dt="2026-06-27T23:30:23.685" v="1870" actId="6549"/>
        <pc:sldMkLst>
          <pc:docMk/>
          <pc:sldMk cId="684586775" sldId="319"/>
        </pc:sldMkLst>
        <pc:spChg chg="mod">
          <ac:chgData name="André-Guy Bruneau" userId="c9f3b82d5570fc32" providerId="LiveId" clId="{C4496A7D-9A64-4B82-9835-F710A7718518}" dt="2026-06-27T23:30:23.685" v="1870" actId="6549"/>
          <ac:spMkLst>
            <pc:docMk/>
            <pc:sldMk cId="684586775" sldId="319"/>
            <ac:spMk id="4" creationId="{00000000-0000-0000-0000-000000000000}"/>
          </ac:spMkLst>
        </pc:spChg>
      </pc:sldChg>
      <pc:sldChg chg="add">
        <pc:chgData name="André-Guy Bruneau" userId="c9f3b82d5570fc32" providerId="LiveId" clId="{C4496A7D-9A64-4B82-9835-F710A7718518}" dt="2026-06-27T15:26:31.593" v="1813"/>
        <pc:sldMkLst>
          <pc:docMk/>
          <pc:sldMk cId="1614462470" sldId="320"/>
        </pc:sldMkLst>
      </pc:sldChg>
      <pc:sldChg chg="modSp add mod">
        <pc:chgData name="André-Guy Bruneau" userId="c9f3b82d5570fc32" providerId="LiveId" clId="{C4496A7D-9A64-4B82-9835-F710A7718518}" dt="2026-06-27T23:32:45.733" v="1874"/>
        <pc:sldMkLst>
          <pc:docMk/>
          <pc:sldMk cId="1402530145" sldId="321"/>
        </pc:sldMkLst>
        <pc:spChg chg="mod">
          <ac:chgData name="André-Guy Bruneau" userId="c9f3b82d5570fc32" providerId="LiveId" clId="{C4496A7D-9A64-4B82-9835-F710A7718518}" dt="2026-06-27T23:32:45.733" v="1873"/>
          <ac:spMkLst>
            <pc:docMk/>
            <pc:sldMk cId="1402530145" sldId="321"/>
            <ac:spMk id="6" creationId="{00000000-0000-0000-0000-000000000000}"/>
          </ac:spMkLst>
        </pc:spChg>
        <pc:spChg chg="mod">
          <ac:chgData name="André-Guy Bruneau" userId="c9f3b82d5570fc32" providerId="LiveId" clId="{C4496A7D-9A64-4B82-9835-F710A7718518}" dt="2026-06-27T23:32:45.733" v="1874"/>
          <ac:spMkLst>
            <pc:docMk/>
            <pc:sldMk cId="1402530145" sldId="321"/>
            <ac:spMk id="9" creationId="{00000000-0000-0000-0000-000000000000}"/>
          </ac:spMkLst>
        </pc:spChg>
      </pc:sldChg>
      <pc:sldChg chg="add del setBg">
        <pc:chgData name="André-Guy Bruneau" userId="c9f3b82d5570fc32" providerId="LiveId" clId="{C4496A7D-9A64-4B82-9835-F710A7718518}" dt="2026-06-27T23:34:45.675" v="1881"/>
        <pc:sldMkLst>
          <pc:docMk/>
          <pc:sldMk cId="986193394" sldId="322"/>
        </pc:sldMkLst>
      </pc:sldChg>
      <pc:sldChg chg="add del setBg">
        <pc:chgData name="André-Guy Bruneau" userId="c9f3b82d5570fc32" providerId="LiveId" clId="{C4496A7D-9A64-4B82-9835-F710A7718518}" dt="2026-06-27T23:34:53" v="1883"/>
        <pc:sldMkLst>
          <pc:docMk/>
          <pc:sldMk cId="1560432167" sldId="32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75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258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kern="0" spc="800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ÉTUDE BIBLIQUE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637276" y="1828800"/>
            <a:ext cx="914400" cy="9144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2075688"/>
            <a:ext cx="420624" cy="4206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803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0" y="38862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Esaie 22.1 – Lieu de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châtiment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pour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Jérusalem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</a:t>
            </a:r>
          </a:p>
          <a:p>
            <a:pPr marL="0" indent="0" algn="ctr">
              <a:buNone/>
            </a:pP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2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Corinthiens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4.6 – Lieu de la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révélation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</a:t>
            </a:r>
            <a:r>
              <a:rPr lang="en-US" sz="2100" i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en</a:t>
            </a:r>
            <a:r>
              <a:rPr lang="en-US" sz="21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</a:rPr>
              <a:t> Christ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0" y="548640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3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endParaRPr lang="en-US" sz="1300" dirty="0"/>
          </a:p>
          <a:p>
            <a:pPr algn="ctr">
              <a:lnSpc>
                <a:spcPts val="2000"/>
              </a:lnSpc>
            </a:pPr>
            <a:r>
              <a:rPr lang="en-US" sz="13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Pasteur Simon Ouellette  · EBC · NEG 1979</a:t>
            </a:r>
            <a:endParaRPr lang="en-US" sz="1300" dirty="0"/>
          </a:p>
          <a:p>
            <a:pPr marL="0" indent="0" algn="ctr">
              <a:lnSpc>
                <a:spcPts val="2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i="1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Parcours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3483864" cy="3383280"/>
          </a:xfrm>
          <a:prstGeom prst="roundRect">
            <a:avLst>
              <a:gd name="adj" fmla="val 243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Shape 2"/>
          <p:cNvSpPr/>
          <p:nvPr/>
        </p:nvSpPr>
        <p:spPr>
          <a:xfrm>
            <a:off x="868680" y="2377440"/>
            <a:ext cx="777240" cy="7772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5" y="258729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52344" y="2331720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68680" y="338328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Puritains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68680" y="4069080"/>
            <a:ext cx="2843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sont-ils ? Trois repères historiques et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théologiques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</a:rPr>
              <a:t>5 Solas et 5 points TULIP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52544" y="1965960"/>
            <a:ext cx="3483864" cy="3383280"/>
          </a:xfrm>
          <a:prstGeom prst="roundRect">
            <a:avLst>
              <a:gd name="adj" fmla="val 243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0" name="Shape 7"/>
          <p:cNvSpPr/>
          <p:nvPr/>
        </p:nvSpPr>
        <p:spPr>
          <a:xfrm>
            <a:off x="4672584" y="2377440"/>
            <a:ext cx="777240" cy="7772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2439" y="2587295"/>
            <a:ext cx="357530" cy="3575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56248" y="2331720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672584" y="338328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Prières</a:t>
            </a:r>
            <a:r>
              <a:rPr lang="en-US" sz="21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1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puritaines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672584" y="4069080"/>
            <a:ext cx="2843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 : deux repères, origine et contenu.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56448" y="1965960"/>
            <a:ext cx="3483864" cy="3383280"/>
          </a:xfrm>
          <a:prstGeom prst="roundRect">
            <a:avLst>
              <a:gd name="adj" fmla="val 243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Shape 12"/>
          <p:cNvSpPr/>
          <p:nvPr/>
        </p:nvSpPr>
        <p:spPr>
          <a:xfrm>
            <a:off x="8476488" y="2377440"/>
            <a:ext cx="777240" cy="77724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343" y="2587295"/>
            <a:ext cx="357530" cy="3575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60152" y="2331720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3A3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4000" dirty="0"/>
          </a:p>
        </p:txBody>
      </p:sp>
      <p:sp>
        <p:nvSpPr>
          <p:cNvPr id="19" name="Text 14"/>
          <p:cNvSpPr/>
          <p:nvPr/>
        </p:nvSpPr>
        <p:spPr>
          <a:xfrm>
            <a:off x="8476488" y="338328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</a:t>
            </a:r>
            <a:r>
              <a:rPr lang="en-US" sz="2100" b="1" dirty="0" err="1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Prière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8476488" y="4069080"/>
            <a:ext cx="284378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L'invocation, puis quatre mouvements de méditation.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400" name="accentBar"/>
          <p:cNvSpPr/>
          <p:nvPr/>
        </p:nvSpPr>
        <p:spPr>
          <a:xfrm>
            <a:off x="457200" y="203200"/>
            <a:ext cx="50800" cy="787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546100" y="1651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02 · AU PROGRAMME</a:t>
            </a:r>
          </a:p>
        </p:txBody>
      </p:sp>
    </p:spTree>
    <p:extLst>
      <p:ext uri="{BB962C8B-B14F-4D97-AF65-F5344CB8AC3E}">
        <p14:creationId xmlns:p14="http://schemas.microsoft.com/office/powerpoint/2010/main" val="175082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609600"/>
            <a:ext cx="977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CA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 sont les </a:t>
            </a:r>
            <a:r>
              <a:rPr lang="fr-CA" sz="3200" b="1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puritains</a:t>
            </a:r>
            <a:r>
              <a:rPr lang="fr-CA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?</a:t>
            </a:r>
          </a:p>
        </p:txBody>
      </p:sp>
      <p:sp>
        <p:nvSpPr>
          <p:cNvPr id="3" name="Text 1"/>
          <p:cNvSpPr/>
          <p:nvPr/>
        </p:nvSpPr>
        <p:spPr>
          <a:xfrm>
            <a:off x="736600" y="1346200"/>
            <a:ext cx="10414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CA" sz="1400" dirty="0">
                <a:solidFill>
                  <a:srgbClr val="C9B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Réforme anglaise · pureté de l'Église · théologie du cœur</a:t>
            </a:r>
          </a:p>
        </p:txBody>
      </p:sp>
      <p:sp>
        <p:nvSpPr>
          <p:cNvPr id="4" name="Shape 2"/>
          <p:cNvSpPr/>
          <p:nvPr/>
        </p:nvSpPr>
        <p:spPr>
          <a:xfrm>
            <a:off x="546100" y="1778000"/>
            <a:ext cx="3479800" cy="4394200"/>
          </a:xfrm>
          <a:prstGeom prst="roundRect">
            <a:avLst>
              <a:gd name="adj" fmla="val 236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Text 4"/>
          <p:cNvSpPr/>
          <p:nvPr/>
        </p:nvSpPr>
        <p:spPr>
          <a:xfrm>
            <a:off x="800100" y="1905000"/>
            <a:ext cx="1651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46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</a:p>
        </p:txBody>
      </p:sp>
      <p:sp>
        <p:nvSpPr>
          <p:cNvPr id="8" name="Text 5"/>
          <p:cNvSpPr/>
          <p:nvPr/>
        </p:nvSpPr>
        <p:spPr>
          <a:xfrm>
            <a:off x="800100" y="2667000"/>
            <a:ext cx="3041650" cy="55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fr-CA" sz="18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Mouvement de purification</a:t>
            </a:r>
          </a:p>
        </p:txBody>
      </p:sp>
      <p:sp>
        <p:nvSpPr>
          <p:cNvPr id="9" name="Text 6"/>
          <p:cNvSpPr/>
          <p:nvPr/>
        </p:nvSpPr>
        <p:spPr>
          <a:xfrm>
            <a:off x="800100" y="3403600"/>
            <a:ext cx="2971800" cy="226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Réveil au sein du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protestantisme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anglais, fin du XVIe au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XVIIe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siècle, cherchant à « purifier » l'Église d'Angleterre de tout résidu non fondé sur l'Écriture. </a:t>
            </a:r>
          </a:p>
          <a:p>
            <a:pPr marL="0" indent="0" algn="l">
              <a:lnSpc>
                <a:spcPts val="1650"/>
              </a:lnSpc>
              <a:buNone/>
            </a:pPr>
            <a:endParaRPr lang="en-US" sz="1400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ts val="1650"/>
              </a:lnSpc>
              <a:buNone/>
            </a:pP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Héritiers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directs de la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Réforme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56100" y="1778000"/>
            <a:ext cx="3479800" cy="4394200"/>
          </a:xfrm>
          <a:prstGeom prst="roundRect">
            <a:avLst>
              <a:gd name="adj" fmla="val 236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3" name="Text 9"/>
          <p:cNvSpPr/>
          <p:nvPr/>
        </p:nvSpPr>
        <p:spPr>
          <a:xfrm>
            <a:off x="4610100" y="1905000"/>
            <a:ext cx="1651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46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</a:p>
        </p:txBody>
      </p:sp>
      <p:sp>
        <p:nvSpPr>
          <p:cNvPr id="14" name="Text 10"/>
          <p:cNvSpPr/>
          <p:nvPr/>
        </p:nvSpPr>
        <p:spPr>
          <a:xfrm>
            <a:off x="4610100" y="2667000"/>
            <a:ext cx="2971800" cy="55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fr-CA" sz="18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Théologie du cœur</a:t>
            </a:r>
          </a:p>
        </p:txBody>
      </p:sp>
      <p:sp>
        <p:nvSpPr>
          <p:cNvPr id="15" name="Text 11"/>
          <p:cNvSpPr/>
          <p:nvPr/>
        </p:nvSpPr>
        <p:spPr>
          <a:xfrm>
            <a:off x="4610100" y="3403600"/>
            <a:ext cx="2971800" cy="226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Saine doctrine de la Trinité doit saisir le cœur et gouverner toute la vie du chrétien en communauté.</a:t>
            </a:r>
          </a:p>
          <a:p>
            <a:pPr algn="l">
              <a:lnSpc>
                <a:spcPts val="800"/>
              </a:lnSpc>
              <a:buNone/>
            </a:pPr>
            <a:endParaRPr lang="fr-CA" sz="1400"/>
          </a:p>
          <a:p>
            <a:pPr marL="0" indent="0" algn="l">
              <a:lnSpc>
                <a:spcPts val="165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W. Perkins, W. Ames, R. Sibbes, J. Preston, J. Owen, T. Goodwin, R. Baxter, J. Burroughs, T. Manton, A. Burges, E. Reynolds, W. Bridge, J. Bunyan, T. Watson, J. Flavel, S. Charnock, T. Brooks, M. Henry.</a:t>
            </a:r>
          </a:p>
        </p:txBody>
      </p:sp>
      <p:sp>
        <p:nvSpPr>
          <p:cNvPr id="16" name="Shape 12"/>
          <p:cNvSpPr/>
          <p:nvPr/>
        </p:nvSpPr>
        <p:spPr>
          <a:xfrm>
            <a:off x="8153400" y="1778000"/>
            <a:ext cx="3479800" cy="4394200"/>
          </a:xfrm>
          <a:prstGeom prst="roundRect">
            <a:avLst>
              <a:gd name="adj" fmla="val 236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9" name="Text 14"/>
          <p:cNvSpPr/>
          <p:nvPr/>
        </p:nvSpPr>
        <p:spPr>
          <a:xfrm>
            <a:off x="8407400" y="1905000"/>
            <a:ext cx="1651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460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</a:p>
        </p:txBody>
      </p:sp>
      <p:sp>
        <p:nvSpPr>
          <p:cNvPr id="20" name="Text 15"/>
          <p:cNvSpPr/>
          <p:nvPr/>
        </p:nvSpPr>
        <p:spPr>
          <a:xfrm>
            <a:off x="8407400" y="2667000"/>
            <a:ext cx="2971800" cy="55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fr-CA" sz="18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Héritage vivant</a:t>
            </a:r>
          </a:p>
        </p:txBody>
      </p:sp>
      <p:sp>
        <p:nvSpPr>
          <p:cNvPr id="21" name="Text 16"/>
          <p:cNvSpPr/>
          <p:nvPr/>
        </p:nvSpPr>
        <p:spPr>
          <a:xfrm>
            <a:off x="8407400" y="3403600"/>
            <a:ext cx="2971800" cy="2260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Prédication expositive, Piété expérientielle, Mortification du péché, Examen de soi et méditation, Lecture de la providence, Assurance du Salut, Foyer comme petite église.</a:t>
            </a:r>
          </a:p>
          <a:p>
            <a:pPr algn="l">
              <a:lnSpc>
                <a:spcPts val="800"/>
              </a:lnSpc>
              <a:buNone/>
            </a:pPr>
            <a:endParaRPr lang="fr-CA" sz="1400"/>
          </a:p>
          <a:p>
            <a:pPr marL="0" indent="0" algn="l">
              <a:lnSpc>
                <a:spcPts val="165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Charles H. Spurgeon, D. M. Lloyd-Jones, Joel R. Beeke, R. C. Sproul, John MacArthur et H. B. Charles Jr.</a:t>
            </a:r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400" name="accentBar"/>
          <p:cNvSpPr/>
          <p:nvPr/>
        </p:nvSpPr>
        <p:spPr>
          <a:xfrm>
            <a:off x="546100" y="330200"/>
            <a:ext cx="63500" cy="10922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736600" y="355600"/>
            <a:ext cx="6350000" cy="2794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· LES PURITAINS</a:t>
            </a:r>
          </a:p>
        </p:txBody>
      </p:sp>
      <p:sp>
        <p:nvSpPr>
          <p:cNvPr id="402" name="headerRule"/>
          <p:cNvSpPr/>
          <p:nvPr/>
        </p:nvSpPr>
        <p:spPr>
          <a:xfrm>
            <a:off x="546100" y="1651000"/>
            <a:ext cx="11087100" cy="15240"/>
          </a:xfrm>
          <a:prstGeom prst="rect">
            <a:avLst/>
          </a:prstGeom>
          <a:solidFill>
            <a:srgbClr val="6E5A3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0" name="cardrule"/>
          <p:cNvSpPr/>
          <p:nvPr/>
        </p:nvSpPr>
        <p:spPr>
          <a:xfrm>
            <a:off x="825500" y="3276600"/>
            <a:ext cx="6604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1" name="cardtag"/>
          <p:cNvSpPr txBox="1"/>
          <p:nvPr/>
        </p:nvSpPr>
        <p:spPr>
          <a:xfrm>
            <a:off x="800100" y="5740400"/>
            <a:ext cx="29718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14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héritiers de la Réforme</a:t>
            </a:r>
          </a:p>
        </p:txBody>
      </p:sp>
      <p:sp>
        <p:nvSpPr>
          <p:cNvPr id="412" name="cardrule"/>
          <p:cNvSpPr/>
          <p:nvPr/>
        </p:nvSpPr>
        <p:spPr>
          <a:xfrm>
            <a:off x="4635500" y="3276600"/>
            <a:ext cx="6604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3" name="cardtag"/>
          <p:cNvSpPr txBox="1"/>
          <p:nvPr/>
        </p:nvSpPr>
        <p:spPr>
          <a:xfrm>
            <a:off x="4610100" y="5740400"/>
            <a:ext cx="29718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14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tête et le cœur</a:t>
            </a:r>
          </a:p>
        </p:txBody>
      </p:sp>
      <p:sp>
        <p:nvSpPr>
          <p:cNvPr id="414" name="cardrule"/>
          <p:cNvSpPr/>
          <p:nvPr/>
        </p:nvSpPr>
        <p:spPr>
          <a:xfrm>
            <a:off x="8432800" y="3276600"/>
            <a:ext cx="6604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5" name="cardtag"/>
          <p:cNvSpPr txBox="1"/>
          <p:nvPr/>
        </p:nvSpPr>
        <p:spPr>
          <a:xfrm>
            <a:off x="8407400" y="5740400"/>
            <a:ext cx="29718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140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piété qui se vit</a:t>
            </a:r>
          </a:p>
        </p:txBody>
      </p:sp>
    </p:spTree>
    <p:extLst>
      <p:ext uri="{BB962C8B-B14F-4D97-AF65-F5344CB8AC3E}">
        <p14:creationId xmlns:p14="http://schemas.microsoft.com/office/powerpoint/2010/main" val="1865463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CA" sz="3200" b="1" dirty="0">
                <a:solidFill>
                  <a:srgbClr val="F5EFE4"/>
                </a:solidFill>
                <a:latin typeface="Cambria" pitchFamily="34" charset="0"/>
                <a:ea typeface="Cambria"/>
                <a:cs typeface="Cambria"/>
              </a:rPr>
              <a:t>Les 5 Solas : le socle doctrinal des </a:t>
            </a:r>
            <a:r>
              <a:rPr lang="fr-CA" sz="3200" b="1" i="1" dirty="0">
                <a:solidFill>
                  <a:srgbClr val="F5EFE4"/>
                </a:solidFill>
                <a:latin typeface="Cambria" pitchFamily="34" charset="0"/>
                <a:ea typeface="Cambria"/>
                <a:cs typeface="Cambria"/>
              </a:rPr>
              <a:t>puritains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CA" sz="1400" dirty="0">
                <a:solidFill>
                  <a:srgbClr val="C9B79A"/>
                </a:solidFill>
                <a:latin typeface="Cambria" pitchFamily="34" charset="0"/>
              </a:rPr>
              <a:t>Écriture · grâce · foi · Christ · gloire de Dieu</a:t>
            </a:r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200" name="card0"/>
          <p:cNvSpPr/>
          <p:nvPr/>
        </p:nvSpPr>
        <p:spPr>
          <a:xfrm>
            <a:off x="5461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1" name="num0"/>
          <p:cNvSpPr/>
          <p:nvPr/>
        </p:nvSpPr>
        <p:spPr>
          <a:xfrm>
            <a:off x="12890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200" b="1" dirty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202" name="lat0"/>
          <p:cNvSpPr txBox="1"/>
          <p:nvPr/>
        </p:nvSpPr>
        <p:spPr>
          <a:xfrm>
            <a:off x="6477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6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Sola Scriptura</a:t>
            </a:r>
          </a:p>
        </p:txBody>
      </p:sp>
      <p:sp>
        <p:nvSpPr>
          <p:cNvPr id="203" name="fr0"/>
          <p:cNvSpPr txBox="1"/>
          <p:nvPr/>
        </p:nvSpPr>
        <p:spPr>
          <a:xfrm>
            <a:off x="6477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L'Écriture seule</a:t>
            </a:r>
          </a:p>
        </p:txBody>
      </p:sp>
      <p:sp>
        <p:nvSpPr>
          <p:cNvPr id="204" name="desc0"/>
          <p:cNvSpPr txBox="1"/>
          <p:nvPr/>
        </p:nvSpPr>
        <p:spPr>
          <a:xfrm>
            <a:off x="6477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La Bible seule est l'autorité suprême et infaillible pour la foi et la vie chrétienne</a:t>
            </a:r>
            <a:b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</a:b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2 Timothée 3.16-17</a:t>
            </a:r>
          </a:p>
        </p:txBody>
      </p:sp>
      <p:sp>
        <p:nvSpPr>
          <p:cNvPr id="205" name="card1"/>
          <p:cNvSpPr/>
          <p:nvPr/>
        </p:nvSpPr>
        <p:spPr>
          <a:xfrm>
            <a:off x="27813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num1"/>
          <p:cNvSpPr/>
          <p:nvPr/>
        </p:nvSpPr>
        <p:spPr>
          <a:xfrm>
            <a:off x="35242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200" b="1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7" name="lat1"/>
          <p:cNvSpPr txBox="1"/>
          <p:nvPr/>
        </p:nvSpPr>
        <p:spPr>
          <a:xfrm>
            <a:off x="28829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6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Sola Gratia</a:t>
            </a:r>
          </a:p>
        </p:txBody>
      </p:sp>
      <p:sp>
        <p:nvSpPr>
          <p:cNvPr id="208" name="fr1"/>
          <p:cNvSpPr txBox="1"/>
          <p:nvPr/>
        </p:nvSpPr>
        <p:spPr>
          <a:xfrm>
            <a:off x="28829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La grâce seule</a:t>
            </a:r>
          </a:p>
        </p:txBody>
      </p:sp>
      <p:sp>
        <p:nvSpPr>
          <p:cNvPr id="209" name="desc1"/>
          <p:cNvSpPr txBox="1"/>
          <p:nvPr/>
        </p:nvSpPr>
        <p:spPr>
          <a:xfrm>
            <a:off x="28829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Le salut est un don gratuit de Dieu, sans aucun mérite de l’homme</a:t>
            </a:r>
            <a:b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</a:b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Éphésiens 2.8-9</a:t>
            </a:r>
          </a:p>
        </p:txBody>
      </p:sp>
      <p:sp>
        <p:nvSpPr>
          <p:cNvPr id="210" name="card2"/>
          <p:cNvSpPr/>
          <p:nvPr/>
        </p:nvSpPr>
        <p:spPr>
          <a:xfrm>
            <a:off x="50165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num2"/>
          <p:cNvSpPr/>
          <p:nvPr/>
        </p:nvSpPr>
        <p:spPr>
          <a:xfrm>
            <a:off x="57594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200" b="1" dirty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12" name="lat2"/>
          <p:cNvSpPr txBox="1"/>
          <p:nvPr/>
        </p:nvSpPr>
        <p:spPr>
          <a:xfrm>
            <a:off x="51181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6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Sola Fide</a:t>
            </a:r>
          </a:p>
        </p:txBody>
      </p:sp>
      <p:sp>
        <p:nvSpPr>
          <p:cNvPr id="213" name="fr2"/>
          <p:cNvSpPr txBox="1"/>
          <p:nvPr/>
        </p:nvSpPr>
        <p:spPr>
          <a:xfrm>
            <a:off x="51181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La foi seule</a:t>
            </a:r>
          </a:p>
        </p:txBody>
      </p:sp>
      <p:sp>
        <p:nvSpPr>
          <p:cNvPr id="214" name="desc2"/>
          <p:cNvSpPr txBox="1"/>
          <p:nvPr/>
        </p:nvSpPr>
        <p:spPr>
          <a:xfrm>
            <a:off x="51181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Nous sommes justifiés par la seule foi en Christ, et non par les œuvres.</a:t>
            </a: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Romains 3.28</a:t>
            </a:r>
          </a:p>
        </p:txBody>
      </p:sp>
      <p:sp>
        <p:nvSpPr>
          <p:cNvPr id="215" name="card3"/>
          <p:cNvSpPr/>
          <p:nvPr/>
        </p:nvSpPr>
        <p:spPr>
          <a:xfrm>
            <a:off x="72517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num3"/>
          <p:cNvSpPr/>
          <p:nvPr/>
        </p:nvSpPr>
        <p:spPr>
          <a:xfrm>
            <a:off x="79946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200" b="1" dirty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17" name="lat3"/>
          <p:cNvSpPr txBox="1"/>
          <p:nvPr/>
        </p:nvSpPr>
        <p:spPr>
          <a:xfrm>
            <a:off x="73533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6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Solus Christus</a:t>
            </a:r>
          </a:p>
        </p:txBody>
      </p:sp>
      <p:sp>
        <p:nvSpPr>
          <p:cNvPr id="218" name="fr3"/>
          <p:cNvSpPr txBox="1"/>
          <p:nvPr/>
        </p:nvSpPr>
        <p:spPr>
          <a:xfrm>
            <a:off x="73533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Christ seul</a:t>
            </a:r>
          </a:p>
        </p:txBody>
      </p:sp>
      <p:sp>
        <p:nvSpPr>
          <p:cNvPr id="219" name="desc3"/>
          <p:cNvSpPr txBox="1"/>
          <p:nvPr/>
        </p:nvSpPr>
        <p:spPr>
          <a:xfrm>
            <a:off x="73533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Jésus-Christ est l'unique médiateur entre Dieu et les hommes.</a:t>
            </a: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Jean 14.6</a:t>
            </a:r>
          </a:p>
        </p:txBody>
      </p:sp>
      <p:sp>
        <p:nvSpPr>
          <p:cNvPr id="220" name="card4"/>
          <p:cNvSpPr/>
          <p:nvPr/>
        </p:nvSpPr>
        <p:spPr>
          <a:xfrm>
            <a:off x="94869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num4"/>
          <p:cNvSpPr/>
          <p:nvPr/>
        </p:nvSpPr>
        <p:spPr>
          <a:xfrm>
            <a:off x="102298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200" b="1" dirty="0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22" name="lat4"/>
          <p:cNvSpPr txBox="1"/>
          <p:nvPr/>
        </p:nvSpPr>
        <p:spPr>
          <a:xfrm>
            <a:off x="95885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6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Soli Deo Gloria</a:t>
            </a:r>
          </a:p>
        </p:txBody>
      </p:sp>
      <p:sp>
        <p:nvSpPr>
          <p:cNvPr id="223" name="fr4"/>
          <p:cNvSpPr txBox="1"/>
          <p:nvPr/>
        </p:nvSpPr>
        <p:spPr>
          <a:xfrm>
            <a:off x="95885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À Dieu seul la gloire</a:t>
            </a:r>
          </a:p>
        </p:txBody>
      </p:sp>
      <p:sp>
        <p:nvSpPr>
          <p:cNvPr id="224" name="desc4"/>
          <p:cNvSpPr txBox="1"/>
          <p:nvPr/>
        </p:nvSpPr>
        <p:spPr>
          <a:xfrm>
            <a:off x="95885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Toute l'œuvre du salut vise la gloire de Dieu, seul digne d'adoration.</a:t>
            </a: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Romains 11.36</a:t>
            </a:r>
          </a:p>
        </p:txBody>
      </p:sp>
      <p:sp>
        <p:nvSpPr>
          <p:cNvPr id="400" name="accentBar"/>
          <p:cNvSpPr/>
          <p:nvPr/>
        </p:nvSpPr>
        <p:spPr>
          <a:xfrm>
            <a:off x="457200" y="203200"/>
            <a:ext cx="50800" cy="787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546100" y="1651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04 · LES 5 SOLAS</a:t>
            </a:r>
          </a:p>
        </p:txBody>
      </p:sp>
    </p:spTree>
    <p:extLst>
      <p:ext uri="{BB962C8B-B14F-4D97-AF65-F5344CB8AC3E}">
        <p14:creationId xmlns:p14="http://schemas.microsoft.com/office/powerpoint/2010/main" val="4009307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CA" sz="3200" b="1" dirty="0">
                <a:solidFill>
                  <a:srgbClr val="F5EFE4"/>
                </a:solidFill>
                <a:latin typeface="Cambria" pitchFamily="34" charset="0"/>
                <a:ea typeface="Cambria"/>
                <a:cs typeface="Cambria"/>
              </a:rPr>
              <a:t>TULIP : les doctrines de la </a:t>
            </a:r>
            <a:r>
              <a:rPr lang="fr-CA" sz="3200" b="1" i="1" dirty="0">
                <a:solidFill>
                  <a:srgbClr val="F5EFE4"/>
                </a:solidFill>
                <a:latin typeface="Cambria" pitchFamily="34" charset="0"/>
                <a:ea typeface="Cambria"/>
                <a:cs typeface="Cambria"/>
              </a:rPr>
              <a:t>grâce</a:t>
            </a:r>
            <a:r>
              <a:rPr lang="fr-CA" sz="3200" b="1" dirty="0">
                <a:solidFill>
                  <a:srgbClr val="F5EFE4"/>
                </a:solidFill>
                <a:latin typeface="Cambria" pitchFamily="34" charset="0"/>
                <a:ea typeface="Cambria"/>
                <a:cs typeface="Cambria"/>
              </a:rPr>
              <a:t> chères aux puritains</a:t>
            </a:r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CA" sz="1400" dirty="0">
                <a:solidFill>
                  <a:srgbClr val="C9B79A"/>
                </a:solidFill>
                <a:latin typeface="Cambria" pitchFamily="34" charset="0"/>
              </a:rPr>
              <a:t>dépravation · élection · rédemption · grâce · persévérance</a:t>
            </a:r>
          </a:p>
        </p:txBody>
      </p:sp>
      <p:sp>
        <p:nvSpPr>
          <p:cNvPr id="22" name="Text 1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200" name="card0"/>
          <p:cNvSpPr/>
          <p:nvPr/>
        </p:nvSpPr>
        <p:spPr>
          <a:xfrm>
            <a:off x="5461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1" name="num0"/>
          <p:cNvSpPr/>
          <p:nvPr/>
        </p:nvSpPr>
        <p:spPr>
          <a:xfrm>
            <a:off x="12890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000" b="1" dirty="0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202" name="lat0"/>
          <p:cNvSpPr txBox="1"/>
          <p:nvPr/>
        </p:nvSpPr>
        <p:spPr>
          <a:xfrm>
            <a:off x="6477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5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Dépravation totale</a:t>
            </a:r>
          </a:p>
        </p:txBody>
      </p:sp>
      <p:sp>
        <p:nvSpPr>
          <p:cNvPr id="203" name="fr0"/>
          <p:cNvSpPr txBox="1"/>
          <p:nvPr/>
        </p:nvSpPr>
        <p:spPr>
          <a:xfrm>
            <a:off x="6477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Incapacité totale</a:t>
            </a:r>
          </a:p>
        </p:txBody>
      </p:sp>
      <p:sp>
        <p:nvSpPr>
          <p:cNvPr id="204" name="desc0"/>
          <p:cNvSpPr txBox="1"/>
          <p:nvPr/>
        </p:nvSpPr>
        <p:spPr>
          <a:xfrm>
            <a:off x="6477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L'homme est entièrement corrompu par le péché et incapable de se sauver lui-même.</a:t>
            </a: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Romain 3.10-12</a:t>
            </a:r>
          </a:p>
        </p:txBody>
      </p:sp>
      <p:sp>
        <p:nvSpPr>
          <p:cNvPr id="205" name="card1"/>
          <p:cNvSpPr/>
          <p:nvPr/>
        </p:nvSpPr>
        <p:spPr>
          <a:xfrm>
            <a:off x="27813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6" name="num1"/>
          <p:cNvSpPr/>
          <p:nvPr/>
        </p:nvSpPr>
        <p:spPr>
          <a:xfrm>
            <a:off x="35242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000" b="1" dirty="0">
                <a:solidFill>
                  <a:srgbClr val="FFFFFF"/>
                </a:solidFill>
                <a:latin typeface="Cambria"/>
              </a:rPr>
              <a:t>U</a:t>
            </a:r>
          </a:p>
        </p:txBody>
      </p:sp>
      <p:sp>
        <p:nvSpPr>
          <p:cNvPr id="207" name="lat1"/>
          <p:cNvSpPr txBox="1"/>
          <p:nvPr/>
        </p:nvSpPr>
        <p:spPr>
          <a:xfrm>
            <a:off x="28829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5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Élection inconditionnelle</a:t>
            </a:r>
          </a:p>
        </p:txBody>
      </p:sp>
      <p:sp>
        <p:nvSpPr>
          <p:cNvPr id="208" name="fr1"/>
          <p:cNvSpPr txBox="1"/>
          <p:nvPr/>
        </p:nvSpPr>
        <p:spPr>
          <a:xfrm>
            <a:off x="28829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Choix souverain de Dieu</a:t>
            </a:r>
          </a:p>
        </p:txBody>
      </p:sp>
      <p:sp>
        <p:nvSpPr>
          <p:cNvPr id="209" name="desc1"/>
          <p:cNvSpPr txBox="1"/>
          <p:nvPr/>
        </p:nvSpPr>
        <p:spPr>
          <a:xfrm>
            <a:off x="28829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Dieu choisit ceux qu'il sauve par pure grâce, sans aucun mérite de leur part.</a:t>
            </a: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Éphésiens 1.4-5</a:t>
            </a:r>
          </a:p>
        </p:txBody>
      </p:sp>
      <p:sp>
        <p:nvSpPr>
          <p:cNvPr id="210" name="card2"/>
          <p:cNvSpPr/>
          <p:nvPr/>
        </p:nvSpPr>
        <p:spPr>
          <a:xfrm>
            <a:off x="50165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1" name="num2"/>
          <p:cNvSpPr/>
          <p:nvPr/>
        </p:nvSpPr>
        <p:spPr>
          <a:xfrm>
            <a:off x="57594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000" b="1" dirty="0">
                <a:solidFill>
                  <a:srgbClr val="FFFFFF"/>
                </a:solidFill>
                <a:latin typeface="Cambria"/>
              </a:rPr>
              <a:t>L</a:t>
            </a:r>
          </a:p>
        </p:txBody>
      </p:sp>
      <p:sp>
        <p:nvSpPr>
          <p:cNvPr id="212" name="lat2"/>
          <p:cNvSpPr txBox="1"/>
          <p:nvPr/>
        </p:nvSpPr>
        <p:spPr>
          <a:xfrm>
            <a:off x="51181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5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Rédemption particulière</a:t>
            </a:r>
          </a:p>
        </p:txBody>
      </p:sp>
      <p:sp>
        <p:nvSpPr>
          <p:cNvPr id="213" name="fr2"/>
          <p:cNvSpPr txBox="1"/>
          <p:nvPr/>
        </p:nvSpPr>
        <p:spPr>
          <a:xfrm>
            <a:off x="51181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Expiation limitée</a:t>
            </a:r>
          </a:p>
        </p:txBody>
      </p:sp>
      <p:sp>
        <p:nvSpPr>
          <p:cNvPr id="214" name="desc2"/>
          <p:cNvSpPr txBox="1"/>
          <p:nvPr/>
        </p:nvSpPr>
        <p:spPr>
          <a:xfrm>
            <a:off x="51181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Le sacrifice de Christ sauve pleinement et efficacement tous les élus.</a:t>
            </a: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Jean 10.11-15</a:t>
            </a:r>
          </a:p>
        </p:txBody>
      </p:sp>
      <p:sp>
        <p:nvSpPr>
          <p:cNvPr id="215" name="card3"/>
          <p:cNvSpPr/>
          <p:nvPr/>
        </p:nvSpPr>
        <p:spPr>
          <a:xfrm>
            <a:off x="72517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6" name="num3"/>
          <p:cNvSpPr/>
          <p:nvPr/>
        </p:nvSpPr>
        <p:spPr>
          <a:xfrm>
            <a:off x="79946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000" b="1" dirty="0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217" name="lat3"/>
          <p:cNvSpPr txBox="1"/>
          <p:nvPr/>
        </p:nvSpPr>
        <p:spPr>
          <a:xfrm>
            <a:off x="73533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5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Grâce irrésistible</a:t>
            </a:r>
          </a:p>
        </p:txBody>
      </p:sp>
      <p:sp>
        <p:nvSpPr>
          <p:cNvPr id="218" name="fr3"/>
          <p:cNvSpPr txBox="1"/>
          <p:nvPr/>
        </p:nvSpPr>
        <p:spPr>
          <a:xfrm>
            <a:off x="73533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Appel efficace</a:t>
            </a:r>
          </a:p>
        </p:txBody>
      </p:sp>
      <p:sp>
        <p:nvSpPr>
          <p:cNvPr id="219" name="desc3"/>
          <p:cNvSpPr txBox="1"/>
          <p:nvPr/>
        </p:nvSpPr>
        <p:spPr>
          <a:xfrm>
            <a:off x="73533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L'appel de Dieu attire infailliblement les élus à la foi en Christ.</a:t>
            </a: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Jean 6.37-39</a:t>
            </a:r>
          </a:p>
        </p:txBody>
      </p:sp>
      <p:sp>
        <p:nvSpPr>
          <p:cNvPr id="220" name="card4"/>
          <p:cNvSpPr/>
          <p:nvPr/>
        </p:nvSpPr>
        <p:spPr>
          <a:xfrm>
            <a:off x="9486900" y="1600200"/>
            <a:ext cx="2095500" cy="4521200"/>
          </a:xfrm>
          <a:prstGeom prst="roundRect">
            <a:avLst>
              <a:gd name="adj" fmla="val 5000"/>
            </a:avLst>
          </a:prstGeom>
          <a:solidFill>
            <a:srgbClr val="1E1A14"/>
          </a:solidFill>
          <a:ln w="12700">
            <a:solidFill>
              <a:srgbClr val="332C2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1" name="num4"/>
          <p:cNvSpPr/>
          <p:nvPr/>
        </p:nvSpPr>
        <p:spPr>
          <a:xfrm>
            <a:off x="10229850" y="1905000"/>
            <a:ext cx="609600" cy="609600"/>
          </a:xfrm>
          <a:prstGeom prst="ellipse">
            <a:avLst/>
          </a:prstGeom>
          <a:solidFill>
            <a:srgbClr val="E8821E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fr-CA" sz="2000" b="1" dirty="0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222" name="lat4"/>
          <p:cNvSpPr txBox="1"/>
          <p:nvPr/>
        </p:nvSpPr>
        <p:spPr>
          <a:xfrm>
            <a:off x="9588500" y="2692400"/>
            <a:ext cx="1892300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500" b="1" dirty="0">
                <a:solidFill>
                  <a:srgbClr val="F2A24E"/>
                </a:solidFill>
                <a:latin typeface="Cambria"/>
                <a:ea typeface="Cambria"/>
                <a:cs typeface="Cambria"/>
              </a:rPr>
              <a:t>Persévérance des saints</a:t>
            </a:r>
          </a:p>
        </p:txBody>
      </p:sp>
      <p:sp>
        <p:nvSpPr>
          <p:cNvPr id="223" name="fr4"/>
          <p:cNvSpPr txBox="1"/>
          <p:nvPr/>
        </p:nvSpPr>
        <p:spPr>
          <a:xfrm>
            <a:off x="9588500" y="3175000"/>
            <a:ext cx="18923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fr-CA" sz="1400" i="1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Préservés jusqu'à la fin</a:t>
            </a:r>
          </a:p>
        </p:txBody>
      </p:sp>
      <p:sp>
        <p:nvSpPr>
          <p:cNvPr id="224" name="desc4"/>
          <p:cNvSpPr txBox="1"/>
          <p:nvPr/>
        </p:nvSpPr>
        <p:spPr>
          <a:xfrm>
            <a:off x="9588500" y="3606800"/>
            <a:ext cx="1892300" cy="2413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Ceux que Dieu sauve persévèrent dans la foi et ne se perdront jamais.</a:t>
            </a:r>
          </a:p>
          <a:p>
            <a:pPr algn="ctr">
              <a:lnSpc>
                <a:spcPts val="1700"/>
              </a:lnSpc>
              <a:buNone/>
            </a:pPr>
            <a:endParaRPr lang="fr-CA" sz="1400" dirty="0">
              <a:solidFill>
                <a:srgbClr val="F5EFE4"/>
              </a:solidFill>
              <a:latin typeface="Cambria"/>
              <a:ea typeface="Cambria"/>
              <a:cs typeface="Cambria"/>
            </a:endParaRPr>
          </a:p>
          <a:p>
            <a:pPr algn="ctr">
              <a:lnSpc>
                <a:spcPts val="1700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/>
                <a:ea typeface="Cambria"/>
                <a:cs typeface="Cambria"/>
              </a:rPr>
              <a:t>Philippiens 1.6</a:t>
            </a:r>
          </a:p>
        </p:txBody>
      </p:sp>
      <p:sp>
        <p:nvSpPr>
          <p:cNvPr id="400" name="accentBar"/>
          <p:cNvSpPr/>
          <p:nvPr/>
        </p:nvSpPr>
        <p:spPr>
          <a:xfrm>
            <a:off x="457200" y="203200"/>
            <a:ext cx="50800" cy="787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546100" y="1651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05 · TULIP</a:t>
            </a:r>
          </a:p>
        </p:txBody>
      </p:sp>
    </p:spTree>
    <p:extLst>
      <p:ext uri="{BB962C8B-B14F-4D97-AF65-F5344CB8AC3E}">
        <p14:creationId xmlns:p14="http://schemas.microsoft.com/office/powerpoint/2010/main" val="308290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 — le </a:t>
            </a:r>
            <a:r>
              <a:rPr lang="en-US" sz="3200" b="1" i="1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Recueil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CA" sz="1400" dirty="0">
                <a:solidFill>
                  <a:srgbClr val="C9B79A"/>
                </a:solidFill>
                <a:latin typeface="Cambria" pitchFamily="34" charset="0"/>
              </a:rPr>
              <a:t>origine · contenu · usage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17236" cy="4526280"/>
          </a:xfrm>
          <a:prstGeom prst="roundRect">
            <a:avLst>
              <a:gd name="adj" fmla="val 1818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7" name="Text 4"/>
          <p:cNvSpPr/>
          <p:nvPr/>
        </p:nvSpPr>
        <p:spPr>
          <a:xfrm>
            <a:off x="850900" y="2743200"/>
            <a:ext cx="4572000" cy="43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1800" b="1" dirty="0">
                <a:solidFill>
                  <a:srgbClr val="F5EFE4"/>
                </a:solidFill>
                <a:latin typeface="Cambria" pitchFamily="34" charset="0"/>
              </a:rPr>
              <a:t>Origine et nature</a:t>
            </a:r>
          </a:p>
        </p:txBody>
      </p:sp>
      <p:sp>
        <p:nvSpPr>
          <p:cNvPr id="8" name="Text 5"/>
          <p:cNvSpPr/>
          <p:nvPr/>
        </p:nvSpPr>
        <p:spPr>
          <a:xfrm>
            <a:off x="850900" y="3454400"/>
            <a:ext cx="4610100" cy="2362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Recueil de prières et de méditations puritaines compilé par Arthur Bennett (Banner of Truth, 1975), traduit en français par Timothée Wenger </a:t>
            </a:r>
            <a:b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(Impact Héritage, Trois-Rivières, 2023).</a:t>
            </a:r>
            <a:endParaRPr lang="en-US" sz="1450" dirty="0"/>
          </a:p>
          <a:p>
            <a:pPr marL="0" indent="0" algn="l">
              <a:lnSpc>
                <a:spcPts val="2000"/>
              </a:lnSpc>
              <a:buNone/>
            </a:pPr>
            <a:endParaRPr lang="en-US" sz="14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n'est pas l'œuvre d'un seul auteur : Bennett tisse ces prières à partir des écrits des puritains et de prédicateurs réformés comme Owen, Baxter et Spurgeon. La forme est une prose poétique souvent construite sur le paradoxe.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23076" y="1600200"/>
            <a:ext cx="5317236" cy="4526280"/>
          </a:xfrm>
          <a:prstGeom prst="roundRect">
            <a:avLst>
              <a:gd name="adj" fmla="val 1818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2" name="Text 8"/>
          <p:cNvSpPr/>
          <p:nvPr/>
        </p:nvSpPr>
        <p:spPr>
          <a:xfrm>
            <a:off x="6629400" y="2743200"/>
            <a:ext cx="4572000" cy="43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1800" b="1" dirty="0">
                <a:solidFill>
                  <a:srgbClr val="F5EFE4"/>
                </a:solidFill>
                <a:latin typeface="Cambria" pitchFamily="34" charset="0"/>
              </a:rPr>
              <a:t>Contenu et usage</a:t>
            </a:r>
          </a:p>
        </p:txBody>
      </p:sp>
      <p:sp>
        <p:nvSpPr>
          <p:cNvPr id="13" name="Text 9"/>
          <p:cNvSpPr/>
          <p:nvPr/>
        </p:nvSpPr>
        <p:spPr>
          <a:xfrm>
            <a:off x="6629400" y="3454400"/>
            <a:ext cx="4610100" cy="2362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collection de prières organisées selon l'expérience chrétienne : création et providence, rédemption en Christ, repentance et confession du péché, soif de grâce, communion et service.</a:t>
            </a:r>
            <a:endParaRPr lang="en-US" sz="1450" dirty="0"/>
          </a:p>
          <a:p>
            <a:pPr marL="0" indent="0" algn="l">
              <a:lnSpc>
                <a:spcPts val="2000"/>
              </a:lnSpc>
              <a:buNone/>
            </a:pPr>
            <a:endParaRPr lang="en-US" sz="1450" dirty="0"/>
          </a:p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 but : nourrir la prière personnelle d'une théologie biblique dense.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Autorité dérivée : une aide à la dévotion, jamais l'Écriture (Sola Scriptura). </a:t>
            </a:r>
          </a:p>
          <a:p>
            <a:pPr marL="0" indent="0" algn="l">
              <a:lnSpc>
                <a:spcPts val="20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prière-titre ouvre et nomme tout le recueil.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400" name="accentBar"/>
          <p:cNvSpPr/>
          <p:nvPr/>
        </p:nvSpPr>
        <p:spPr>
          <a:xfrm>
            <a:off x="457200" y="203200"/>
            <a:ext cx="50800" cy="787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546100" y="1651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06 · LE RECUEIL</a:t>
            </a:r>
          </a:p>
        </p:txBody>
      </p:sp>
      <p:sp>
        <p:nvSpPr>
          <p:cNvPr id="420" name="num1"/>
          <p:cNvSpPr txBox="1"/>
          <p:nvPr/>
        </p:nvSpPr>
        <p:spPr>
          <a:xfrm>
            <a:off x="850900" y="1905000"/>
            <a:ext cx="1143000" cy="78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4600" b="1" dirty="0">
                <a:solidFill>
                  <a:srgbClr val="F2A24E"/>
                </a:solidFill>
                <a:latin typeface="Cambria" pitchFamily="34" charset="0"/>
              </a:rPr>
              <a:t>1</a:t>
            </a:r>
          </a:p>
        </p:txBody>
      </p:sp>
      <p:sp>
        <p:nvSpPr>
          <p:cNvPr id="430" name="rule1"/>
          <p:cNvSpPr/>
          <p:nvPr/>
        </p:nvSpPr>
        <p:spPr>
          <a:xfrm>
            <a:off x="876300" y="3276600"/>
            <a:ext cx="7112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1" name="num2"/>
          <p:cNvSpPr txBox="1"/>
          <p:nvPr/>
        </p:nvSpPr>
        <p:spPr>
          <a:xfrm>
            <a:off x="6629400" y="1905000"/>
            <a:ext cx="1143000" cy="78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4600" b="1" dirty="0">
                <a:solidFill>
                  <a:srgbClr val="F2A24E"/>
                </a:solidFill>
                <a:latin typeface="Cambria" pitchFamily="34" charset="0"/>
              </a:rPr>
              <a:t>2</a:t>
            </a:r>
          </a:p>
        </p:txBody>
      </p:sp>
      <p:sp>
        <p:nvSpPr>
          <p:cNvPr id="431" name="rule2"/>
          <p:cNvSpPr/>
          <p:nvPr/>
        </p:nvSpPr>
        <p:spPr>
          <a:xfrm>
            <a:off x="6654800" y="3276600"/>
            <a:ext cx="7112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6847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prière : l'</a:t>
            </a:r>
            <a:r>
              <a:rPr lang="en-US" sz="3200" b="1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invocation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89788" y="141732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10698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Matthieu 11.29 – « Seigneur, élevé et saint, doux et humble 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6766560" cy="3108960"/>
          </a:xfrm>
          <a:prstGeom prst="roundRect">
            <a:avLst>
              <a:gd name="adj" fmla="val 264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6126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L'invocation pose d'emblée le paradoxe central : le Dieu transcendant est aussi le Dieu qui s'abaisse. </a:t>
            </a:r>
          </a:p>
          <a:p>
            <a:pPr marL="0" indent="0" algn="ctr">
              <a:lnSpc>
                <a:spcPts val="2300"/>
              </a:lnSpc>
              <a:buNone/>
            </a:pPr>
            <a:endParaRPr lang="en-US" sz="1550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2300"/>
              </a:lnSpc>
              <a:buNone/>
            </a:pPr>
            <a:r>
              <a:rPr lang="en-US" sz="15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Écho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direct </a:t>
            </a:r>
            <a:r>
              <a:rPr lang="en-US" sz="15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d'Ésaïe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57.15b — </a:t>
            </a:r>
            <a:r>
              <a:rPr lang="en-US" sz="1550" i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J'habite dans les lieux élevés et dans la sainteté ; mais je suis avec l'homme contrit et humilié. »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indent="0" algn="ctr">
              <a:lnSpc>
                <a:spcPts val="2300"/>
              </a:lnSpc>
              <a:buNone/>
            </a:pPr>
            <a:endParaRPr lang="en-US" sz="1550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2300"/>
              </a:lnSpc>
              <a:buNone/>
            </a:pP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Cette tension </a:t>
            </a:r>
            <a:r>
              <a:rPr lang="en-US" sz="15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gouverne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la prière, qui se </a:t>
            </a:r>
            <a:r>
              <a:rPr lang="en-US" sz="15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déploie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5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</a:t>
            </a:r>
            <a:r>
              <a:rPr lang="en-US" sz="15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4 mouvements.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543800" y="2971800"/>
            <a:ext cx="4096512" cy="3108960"/>
          </a:xfrm>
          <a:prstGeom prst="roundRect">
            <a:avLst>
              <a:gd name="adj" fmla="val 2647"/>
            </a:avLst>
          </a:prstGeom>
          <a:solidFill>
            <a:srgbClr val="201C15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6"/>
          <p:cNvSpPr/>
          <p:nvPr/>
        </p:nvSpPr>
        <p:spPr>
          <a:xfrm>
            <a:off x="7818120" y="3154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</a:t>
            </a:r>
            <a:r>
              <a:rPr lang="en-US" sz="1600" b="1" dirty="0" err="1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Mouvements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18120" y="3749040"/>
            <a:ext cx="35661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 La vallée où Dieu me conduit</a:t>
            </a:r>
            <a:endParaRPr lang="en-US" sz="1450" dirty="0"/>
          </a:p>
          <a:p>
            <a:pPr marL="0" indent="0">
              <a:lnSpc>
                <a:spcPts val="19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 L'enseignement par les paradoxes</a:t>
            </a:r>
            <a:endParaRPr lang="en-US" sz="1450" dirty="0"/>
          </a:p>
          <a:p>
            <a:pPr marL="0" indent="0">
              <a:lnSpc>
                <a:spcPts val="1900"/>
              </a:lnSpc>
              <a:spcAft>
                <a:spcPts val="1100"/>
              </a:spcAft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 Les étoiles vues du fond du puits</a:t>
            </a:r>
            <a:endParaRPr lang="en-US" sz="14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 La requête : « Donne-moi de trouver »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400" name="accentBar"/>
          <p:cNvSpPr/>
          <p:nvPr/>
        </p:nvSpPr>
        <p:spPr>
          <a:xfrm>
            <a:off x="457200" y="203200"/>
            <a:ext cx="50800" cy="787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546100" y="1651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07 · LA PRIÈRE</a:t>
            </a:r>
          </a:p>
        </p:txBody>
      </p:sp>
    </p:spTree>
    <p:extLst>
      <p:ext uri="{BB962C8B-B14F-4D97-AF65-F5344CB8AC3E}">
        <p14:creationId xmlns:p14="http://schemas.microsoft.com/office/powerpoint/2010/main" val="2377755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« Tu m'as conduit dans la </a:t>
            </a:r>
            <a:r>
              <a:rPr lang="en-US" sz="2700" b="1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vallée</a:t>
            </a: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la vision»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2278"/>
              </a:lnSpc>
              <a:spcAft>
                <a:spcPts val="500"/>
              </a:spcAft>
            </a:pPr>
            <a:endParaRPr lang="fr-FR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ts val="2278"/>
              </a:lnSpc>
              <a:spcAft>
                <a:spcPts val="500"/>
              </a:spcAft>
            </a:pPr>
            <a:endParaRPr lang="fr-FR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ts val="2278"/>
              </a:lnSpc>
              <a:spcAft>
                <a:spcPts val="500"/>
              </a:spcAft>
            </a:pPr>
            <a:endParaRPr lang="fr-FR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ts val="2278"/>
              </a:lnSpc>
              <a:spcAft>
                <a:spcPts val="500"/>
              </a:spcAft>
            </a:pPr>
            <a:r>
              <a:rPr lang="fr-FR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je réside dans les profondeurs, mais je te vois sur les hauteurs ; </a:t>
            </a:r>
          </a:p>
          <a:p>
            <a:pPr>
              <a:lnSpc>
                <a:spcPts val="2278"/>
              </a:lnSpc>
              <a:spcAft>
                <a:spcPts val="500"/>
              </a:spcAft>
            </a:pPr>
            <a:endParaRPr lang="fr-FR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>
              <a:lnSpc>
                <a:spcPts val="2278"/>
              </a:lnSpc>
              <a:spcAft>
                <a:spcPts val="500"/>
              </a:spcAft>
            </a:pPr>
            <a:r>
              <a:rPr lang="fr-FR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encerclé par les montagnes du péché, je contemple ta gloire.</a:t>
            </a:r>
            <a:endParaRPr lang="en-US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Dieu lui-même qui « conduit » dans la vallée. L'affliction n'est pas un accident, mais une providence souveraine ordonnée pour le bien. 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(Rm 8.28-29)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 err="1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Paradoxe</a:t>
            </a: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c'est du fond, dans la conscience du péché, que la gloire de Dieu se voit le plus clairement (És 57.15)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l'assemblée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n'est pas l'absence de Dieu ; elle est le lieu d'une vision plus nette de sa sainteté.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401" name="eyebrow"/>
          <p:cNvSpPr txBox="1"/>
          <p:nvPr/>
        </p:nvSpPr>
        <p:spPr>
          <a:xfrm>
            <a:off x="1422400" y="1270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08 · MOUVEMENT I</a:t>
            </a:r>
          </a:p>
        </p:txBody>
      </p:sp>
    </p:spTree>
    <p:extLst>
      <p:ext uri="{BB962C8B-B14F-4D97-AF65-F5344CB8AC3E}">
        <p14:creationId xmlns:p14="http://schemas.microsoft.com/office/powerpoint/2010/main" val="1566204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« Enseigne-moi par les paradoxes 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endParaRPr lang="en-US" sz="2000" i="1" dirty="0">
              <a:solidFill>
                <a:srgbClr val="F5EFE4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le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sentier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qui descend est le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sentier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qui monte,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endParaRPr lang="en-US" sz="2000" i="1" dirty="0">
              <a:solidFill>
                <a:srgbClr val="F5EFE4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qu'être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abaissé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être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élevé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le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cœur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brisé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le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cœur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guéri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l'esprit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contrit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l'esprit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qui se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réjouit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l'âme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repentante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l'âme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victorieuse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ne rien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avoir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tout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posséder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porter la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croix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porter de la couronne,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donner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c'est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recevoir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,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endParaRPr lang="en-US" sz="2000" i="1" dirty="0">
              <a:solidFill>
                <a:srgbClr val="F5EFE4"/>
              </a:solidFill>
              <a:latin typeface="Cambria" panose="02040503050406030204" pitchFamily="18" charset="0"/>
              <a:ea typeface="Cambria" panose="02040503050406030204" pitchFamily="18" charset="0"/>
              <a:cs typeface="Cambria" pitchFamily="34" charset="-120"/>
            </a:endParaRPr>
          </a:p>
          <a:p>
            <a:pPr marL="0" indent="0" algn="l">
              <a:lnSpc>
                <a:spcPts val="1809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-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que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la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vallée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est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l'endroit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2000" i="1" dirty="0" err="1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d'une</a:t>
            </a:r>
            <a:r>
              <a:rPr lang="en-US" sz="2000" i="1" dirty="0">
                <a:solidFill>
                  <a:srgbClr val="F5EFE4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bonne vision.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prière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liturgique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résume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l'inversion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évangélique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; le chemin de l'abaissement est celui de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l'élévation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;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humilité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(Mt 23.12 ; Mt 16.24-25)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modèle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kénose du Christ : il s'est abaissé, c'est pourquoi Dieu l'a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souverainement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40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élevé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(Ph 2.5-11)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endParaRPr lang="en-US" sz="1400" b="1" dirty="0">
              <a:solidFill>
                <a:srgbClr val="E8821E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 err="1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Réfutation</a:t>
            </a: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contre le triomphalisme et l'évangile de la prospérité, qui suppriment la croix. Porter la croix précède la couronne 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 Ti 2.12).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401" name="eyebrow"/>
          <p:cNvSpPr txBox="1"/>
          <p:nvPr/>
        </p:nvSpPr>
        <p:spPr>
          <a:xfrm>
            <a:off x="1422400" y="1270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09 · MOUVEMENT II</a:t>
            </a:r>
          </a:p>
        </p:txBody>
      </p:sp>
    </p:spTree>
    <p:extLst>
      <p:ext uri="{BB962C8B-B14F-4D97-AF65-F5344CB8AC3E}">
        <p14:creationId xmlns:p14="http://schemas.microsoft.com/office/powerpoint/2010/main" val="3837644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 « Les étoiles, du fond du puits 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 dirty="0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Seigneur, pendant le jour,</a:t>
            </a:r>
            <a:endParaRPr lang="en-US" sz="20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étoiles sont visibles</a:t>
            </a:r>
            <a:endParaRPr lang="en-US" sz="20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puits les plus profonds,</a:t>
            </a:r>
            <a:endParaRPr lang="en-US" sz="20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 plus profond est le puits,</a:t>
            </a:r>
            <a:endParaRPr lang="en-US" sz="2000" dirty="0"/>
          </a:p>
          <a:p>
            <a:pPr marL="0" indent="0" algn="l">
              <a:lnSpc>
                <a:spcPts val="2278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 resplendissent tes étoiles.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ctr" anchorCtr="0"/>
          <a:lstStyle/>
          <a:p>
            <a:pPr marL="0" indent="0" algn="ctr">
              <a:lnSpc>
                <a:spcPts val="1848"/>
              </a:lnSpc>
              <a:buNone/>
            </a:pPr>
            <a:r>
              <a:rPr lang="fr-CA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ancienne : du fond d'un puits, on aperçoit les étoiles en plein jour. Plus l'épreuve est profonde, plus la grâce de Dieu resplendit.</a:t>
            </a:r>
          </a:p>
          <a:p>
            <a:pPr marL="0" indent="0" algn="ctr">
              <a:lnSpc>
                <a:spcPts val="1848"/>
              </a:lnSpc>
              <a:buNone/>
            </a:pPr>
            <a:endParaRPr lang="fr-CA" sz="1400" b="1" dirty="0">
              <a:solidFill>
                <a:srgbClr val="E8821E"/>
              </a:solidFill>
              <a:latin typeface="Cambria" pitchFamily="34" charset="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fr-CA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Locus — </a:t>
            </a: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trésor est porté dans des vases d'argile, afin que la puissance soit de Dieu et non de nous.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 Co 4.6-11)</a:t>
            </a:r>
          </a:p>
          <a:p>
            <a:pPr marL="0" indent="0" algn="ctr">
              <a:lnSpc>
                <a:spcPts val="1848"/>
              </a:lnSpc>
              <a:buNone/>
            </a:pPr>
            <a:endParaRPr lang="fr-CA" sz="1400" b="1" dirty="0">
              <a:solidFill>
                <a:srgbClr val="E8821E"/>
              </a:solidFill>
              <a:latin typeface="Cambria" pitchFamily="34" charset="0"/>
            </a:endParaRPr>
          </a:p>
          <a:p>
            <a:pPr marL="0" indent="0" algn="ctr">
              <a:lnSpc>
                <a:spcPts val="1848"/>
              </a:lnSpc>
              <a:buNone/>
            </a:pPr>
            <a:r>
              <a:rPr lang="fr-CA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l'assemblée — </a:t>
            </a: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profondeur de la détresse n'éteint pas la vision : elle la révèle. Sa grâce suffit.</a:t>
            </a:r>
          </a:p>
          <a:p>
            <a:pPr marL="0" indent="0" algn="ctr">
              <a:lnSpc>
                <a:spcPts val="1848"/>
              </a:lnSpc>
              <a:buNone/>
            </a:pPr>
            <a:r>
              <a:rPr lang="fr-CA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(2 Co 12.9-10)</a:t>
            </a:r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401" name="eyebrow"/>
          <p:cNvSpPr txBox="1"/>
          <p:nvPr/>
        </p:nvSpPr>
        <p:spPr>
          <a:xfrm>
            <a:off x="1422400" y="1270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10 · MOUVEMENT III</a:t>
            </a:r>
          </a:p>
        </p:txBody>
      </p:sp>
    </p:spTree>
    <p:extLst>
      <p:ext uri="{BB962C8B-B14F-4D97-AF65-F5344CB8AC3E}">
        <p14:creationId xmlns:p14="http://schemas.microsoft.com/office/powerpoint/2010/main" val="1402530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713232" cy="713232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3" y="604053"/>
            <a:ext cx="328087" cy="328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411480"/>
            <a:ext cx="10149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 « Donne-moi de trouver »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0" cy="4617720"/>
          </a:xfrm>
          <a:prstGeom prst="roundRect">
            <a:avLst>
              <a:gd name="adj" fmla="val 1782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6" name="Text 3"/>
          <p:cNvSpPr/>
          <p:nvPr/>
        </p:nvSpPr>
        <p:spPr>
          <a:xfrm>
            <a:off x="868680" y="1783080"/>
            <a:ext cx="53492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endParaRPr lang="en-US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endParaRPr lang="en-US" sz="2000" i="1" dirty="0">
              <a:solidFill>
                <a:srgbClr val="F5EFE4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Donne-moi de trouver</a:t>
            </a:r>
            <a:endParaRPr lang="en-US" sz="20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lumière dans mes ténèbres,</a:t>
            </a:r>
            <a:endParaRPr lang="en-US" sz="20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vie dans ma mort,</a:t>
            </a:r>
            <a:endParaRPr lang="en-US" sz="20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joie dans mes peines,</a:t>
            </a:r>
            <a:endParaRPr lang="en-US" sz="20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grâce dans mon péché,</a:t>
            </a:r>
            <a:endParaRPr lang="en-US" sz="20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 richesses dans ma pauvreté,</a:t>
            </a:r>
            <a:endParaRPr lang="en-US" sz="2000" dirty="0"/>
          </a:p>
          <a:p>
            <a:pPr marL="0" indent="0" algn="l">
              <a:lnSpc>
                <a:spcPts val="2144"/>
              </a:lnSpc>
              <a:spcAft>
                <a:spcPts val="500"/>
              </a:spcAft>
              <a:buNone/>
            </a:pPr>
            <a:r>
              <a:rPr lang="en-US" sz="200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 gloire dans ma vallée.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720840" y="1417320"/>
            <a:ext cx="4919472" cy="4617720"/>
          </a:xfrm>
          <a:prstGeom prst="roundRect">
            <a:avLst>
              <a:gd name="adj" fmla="val 1782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6995160" y="16002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Éclairage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95160" y="2148840"/>
            <a:ext cx="4389120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antithèses qui résument l'échange de la grâce : de riche qu'il était, Christ s'est fait pauvre afin de nous enrichir (2 Co 8.9).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Donne-moi »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est don. La grâce ne se mérite pas, elle se reçoit (Ép 2.8). C'est le monergisme de la grâce.</a:t>
            </a:r>
            <a:endParaRPr lang="en-US" sz="1400" dirty="0"/>
          </a:p>
          <a:p>
            <a:pPr marL="0" indent="0" algn="ctr">
              <a:lnSpc>
                <a:spcPts val="1848"/>
              </a:lnSpc>
              <a:buNone/>
            </a:pPr>
            <a:r>
              <a:rPr lang="en-US" sz="1400" b="1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Dans mon péché » — </a:t>
            </a:r>
            <a:r>
              <a:rPr lang="en-US" sz="14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 pas malgré, mais dans : là où le péché a abondé, la grâce a surabondé (Rm 5.20). Jamais une licence pour pécher.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401" name="eyebrow"/>
          <p:cNvSpPr txBox="1"/>
          <p:nvPr/>
        </p:nvSpPr>
        <p:spPr>
          <a:xfrm>
            <a:off x="1422400" y="1270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11 · MOUVEMENT IV</a:t>
            </a:r>
          </a:p>
        </p:txBody>
      </p:sp>
    </p:spTree>
    <p:extLst>
      <p:ext uri="{BB962C8B-B14F-4D97-AF65-F5344CB8AC3E}">
        <p14:creationId xmlns:p14="http://schemas.microsoft.com/office/powerpoint/2010/main" val="3328085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théologie de la </a:t>
            </a:r>
            <a:r>
              <a:rPr lang="en-US" sz="3200" b="1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croix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600200"/>
          </a:xfrm>
          <a:prstGeom prst="roundRect">
            <a:avLst>
              <a:gd name="adj" fmla="val 5143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10469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6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de la Vision n'exalte pas la souffrance pour elle-même. Elle confesse que Dieu agit à rebours des attentes humaines : il élève en abaissant, enrichit en dépouillant, illumine par la nuit. C'est la théologie de la </a:t>
            </a:r>
            <a:r>
              <a:rPr lang="en-US" sz="1650" dirty="0" err="1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croix</a:t>
            </a:r>
            <a:r>
              <a:rPr lang="en-US" sz="16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contre la théologie de la gloire.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337560"/>
            <a:ext cx="3483864" cy="2697480"/>
          </a:xfrm>
          <a:prstGeom prst="roundRect">
            <a:avLst>
              <a:gd name="adj" fmla="val 3051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8" name="Text 5"/>
          <p:cNvSpPr/>
          <p:nvPr/>
        </p:nvSpPr>
        <p:spPr>
          <a:xfrm>
            <a:off x="850900" y="3962400"/>
            <a:ext cx="28702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1550" b="1" dirty="0">
                <a:solidFill>
                  <a:srgbClr val="F5EFE4"/>
                </a:solidFill>
                <a:latin typeface="Cambria" pitchFamily="34" charset="0"/>
              </a:rPr>
              <a:t>Contre la prospérité</a:t>
            </a:r>
          </a:p>
        </p:txBody>
      </p:sp>
      <p:sp>
        <p:nvSpPr>
          <p:cNvPr id="9" name="Text 6"/>
          <p:cNvSpPr/>
          <p:nvPr/>
        </p:nvSpPr>
        <p:spPr>
          <a:xfrm>
            <a:off x="850900" y="4368800"/>
            <a:ext cx="2870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bénédiction se mesure à la conformité à Christ, non au confort ni à la santé.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52544" y="3337560"/>
            <a:ext cx="3483864" cy="2697480"/>
          </a:xfrm>
          <a:prstGeom prst="roundRect">
            <a:avLst>
              <a:gd name="adj" fmla="val 3051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3" name="Text 9"/>
          <p:cNvSpPr/>
          <p:nvPr/>
        </p:nvSpPr>
        <p:spPr>
          <a:xfrm>
            <a:off x="4660900" y="3962400"/>
            <a:ext cx="28702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1550" b="1" dirty="0">
                <a:solidFill>
                  <a:srgbClr val="F5EFE4"/>
                </a:solidFill>
                <a:latin typeface="Cambria" pitchFamily="34" charset="0"/>
              </a:rPr>
              <a:t>Sécurité du croyant</a:t>
            </a:r>
          </a:p>
        </p:txBody>
      </p:sp>
      <p:sp>
        <p:nvSpPr>
          <p:cNvPr id="14" name="Text 10"/>
          <p:cNvSpPr/>
          <p:nvPr/>
        </p:nvSpPr>
        <p:spPr>
          <a:xfrm>
            <a:off x="4660900" y="4368800"/>
            <a:ext cx="2870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vallée est conduite par un Père souverain qui achèvera son œuvre (Ph 1.6).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8156448" y="3337560"/>
            <a:ext cx="3483864" cy="2697480"/>
          </a:xfrm>
          <a:prstGeom prst="roundRect">
            <a:avLst>
              <a:gd name="adj" fmla="val 3051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8" name="Text 13"/>
          <p:cNvSpPr/>
          <p:nvPr/>
        </p:nvSpPr>
        <p:spPr>
          <a:xfrm>
            <a:off x="8458200" y="3962400"/>
            <a:ext cx="2870200" cy="279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fr-CA" sz="1550" b="1" dirty="0">
                <a:solidFill>
                  <a:srgbClr val="F5EFE4"/>
                </a:solidFill>
                <a:latin typeface="Cambria" pitchFamily="34" charset="0"/>
              </a:rPr>
              <a:t>Sanctification (Lordship)</a:t>
            </a:r>
          </a:p>
        </p:txBody>
      </p:sp>
      <p:sp>
        <p:nvSpPr>
          <p:cNvPr id="19" name="Text 14"/>
          <p:cNvSpPr/>
          <p:nvPr/>
        </p:nvSpPr>
        <p:spPr>
          <a:xfrm>
            <a:off x="8458200" y="4368800"/>
            <a:ext cx="2870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5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L'épreuve forme le disciple. Il n'y a pas de couronne sans croix.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400" name="accentBar"/>
          <p:cNvSpPr/>
          <p:nvPr/>
        </p:nvSpPr>
        <p:spPr>
          <a:xfrm>
            <a:off x="457200" y="203200"/>
            <a:ext cx="50800" cy="787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546100" y="1651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12 · THÉOLOGIE DE LA CROIX</a:t>
            </a:r>
          </a:p>
        </p:txBody>
      </p:sp>
      <p:sp>
        <p:nvSpPr>
          <p:cNvPr id="450" name="num1"/>
          <p:cNvSpPr txBox="1"/>
          <p:nvPr/>
        </p:nvSpPr>
        <p:spPr>
          <a:xfrm>
            <a:off x="850900" y="3403600"/>
            <a:ext cx="1016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3000" b="1" dirty="0">
                <a:solidFill>
                  <a:srgbClr val="F2A24E"/>
                </a:solidFill>
                <a:latin typeface="Cambria" pitchFamily="34" charset="0"/>
              </a:rPr>
              <a:t>1</a:t>
            </a:r>
          </a:p>
        </p:txBody>
      </p:sp>
      <p:sp>
        <p:nvSpPr>
          <p:cNvPr id="460" name="rule1"/>
          <p:cNvSpPr/>
          <p:nvPr/>
        </p:nvSpPr>
        <p:spPr>
          <a:xfrm>
            <a:off x="876300" y="4254500"/>
            <a:ext cx="5842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1" name="num2"/>
          <p:cNvSpPr txBox="1"/>
          <p:nvPr/>
        </p:nvSpPr>
        <p:spPr>
          <a:xfrm>
            <a:off x="4660900" y="3403600"/>
            <a:ext cx="1016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3000" b="1" dirty="0">
                <a:solidFill>
                  <a:srgbClr val="F2A24E"/>
                </a:solidFill>
                <a:latin typeface="Cambria" pitchFamily="34" charset="0"/>
              </a:rPr>
              <a:t>2</a:t>
            </a:r>
          </a:p>
        </p:txBody>
      </p:sp>
      <p:sp>
        <p:nvSpPr>
          <p:cNvPr id="461" name="rule2"/>
          <p:cNvSpPr/>
          <p:nvPr/>
        </p:nvSpPr>
        <p:spPr>
          <a:xfrm>
            <a:off x="4686300" y="4254500"/>
            <a:ext cx="5842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2" name="num3"/>
          <p:cNvSpPr txBox="1"/>
          <p:nvPr/>
        </p:nvSpPr>
        <p:spPr>
          <a:xfrm>
            <a:off x="8458200" y="3403600"/>
            <a:ext cx="1016000" cy="533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fr-CA" sz="3000" b="1" dirty="0">
                <a:solidFill>
                  <a:srgbClr val="F2A24E"/>
                </a:solidFill>
                <a:latin typeface="Cambria" pitchFamily="34" charset="0"/>
              </a:rPr>
              <a:t>3</a:t>
            </a:r>
          </a:p>
        </p:txBody>
      </p:sp>
      <p:sp>
        <p:nvSpPr>
          <p:cNvPr id="462" name="rule3"/>
          <p:cNvSpPr/>
          <p:nvPr/>
        </p:nvSpPr>
        <p:spPr>
          <a:xfrm>
            <a:off x="8483600" y="4254500"/>
            <a:ext cx="584200" cy="25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84586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 la </a:t>
            </a:r>
            <a:r>
              <a:rPr lang="en-US" sz="3200" b="1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5" name="Text 3"/>
          <p:cNvSpPr/>
          <p:nvPr/>
        </p:nvSpPr>
        <p:spPr>
          <a:xfrm>
            <a:off x="762000" y="1752600"/>
            <a:ext cx="736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fr-CA" sz="3600" b="1" dirty="0">
                <a:solidFill>
                  <a:srgbClr val="F2A24E"/>
                </a:solidFill>
                <a:latin typeface="Cambria" pitchFamily="34" charset="0"/>
              </a:rPr>
              <a:t>1</a:t>
            </a:r>
          </a:p>
        </p:txBody>
      </p:sp>
      <p:sp>
        <p:nvSpPr>
          <p:cNvPr id="6" name="Text 4"/>
          <p:cNvSpPr/>
          <p:nvPr/>
        </p:nvSpPr>
        <p:spPr>
          <a:xfrm>
            <a:off x="1691640" y="1664208"/>
            <a:ext cx="9601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 « vallée » traversez-vous ? La recevez-vous comme le lieu où Dieu se révèle, ou comme la preuve de son absence 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98064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9" name="Text 7"/>
          <p:cNvSpPr/>
          <p:nvPr/>
        </p:nvSpPr>
        <p:spPr>
          <a:xfrm>
            <a:off x="762000" y="2997200"/>
            <a:ext cx="736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fr-CA" sz="3600" b="1" dirty="0">
                <a:solidFill>
                  <a:srgbClr val="F2A24E"/>
                </a:solidFill>
                <a:latin typeface="Cambria" pitchFamily="34" charset="0"/>
              </a:rPr>
              <a:t>2</a:t>
            </a:r>
          </a:p>
        </p:txBody>
      </p:sp>
      <p:sp>
        <p:nvSpPr>
          <p:cNvPr id="10" name="Text 8"/>
          <p:cNvSpPr/>
          <p:nvPr/>
        </p:nvSpPr>
        <p:spPr>
          <a:xfrm>
            <a:off x="1691640" y="2907792"/>
            <a:ext cx="9601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Cherchez-vous la couronne sans la croix — l'élévation sans l'abaissement que Dieu requiert (Mt 23.12) 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041648"/>
            <a:ext cx="11091672" cy="1078992"/>
          </a:xfrm>
          <a:prstGeom prst="roundRect">
            <a:avLst>
              <a:gd name="adj" fmla="val 7627"/>
            </a:avLst>
          </a:prstGeom>
          <a:solidFill>
            <a:srgbClr val="1E1A14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3" name="Text 11"/>
          <p:cNvSpPr/>
          <p:nvPr/>
        </p:nvSpPr>
        <p:spPr>
          <a:xfrm>
            <a:off x="762000" y="4241800"/>
            <a:ext cx="736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buNone/>
            </a:pPr>
            <a:r>
              <a:rPr lang="fr-CA" sz="3600" b="1" dirty="0">
                <a:solidFill>
                  <a:srgbClr val="F2A24E"/>
                </a:solidFill>
                <a:latin typeface="Cambria" pitchFamily="34" charset="0"/>
              </a:rPr>
              <a:t>3</a:t>
            </a:r>
          </a:p>
        </p:txBody>
      </p:sp>
      <p:sp>
        <p:nvSpPr>
          <p:cNvPr id="14" name="Text 12"/>
          <p:cNvSpPr/>
          <p:nvPr/>
        </p:nvSpPr>
        <p:spPr>
          <a:xfrm>
            <a:off x="1691640" y="4151376"/>
            <a:ext cx="9601200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500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devez-vous chercher « sa richesse dans votre pauvreté » plutôt qu'une délivrance immédiate 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330952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2A2419"/>
          </a:solidFill>
          <a:ln w="12700">
            <a:solidFill>
              <a:srgbClr val="332C22"/>
            </a:solidFill>
            <a:prstDash val="solid"/>
          </a:ln>
          <a:effectLst>
            <a:outerShdw blurRad="1143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fr-CA"/>
          </a:p>
        </p:txBody>
      </p:sp>
      <p:sp>
        <p:nvSpPr>
          <p:cNvPr id="16" name="Text 14"/>
          <p:cNvSpPr/>
          <p:nvPr/>
        </p:nvSpPr>
        <p:spPr>
          <a:xfrm>
            <a:off x="868680" y="5330952"/>
            <a:ext cx="10469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Humiliez-vous donc sous la puissante main de Dieu, afin qu'il vous élève au temps convenable. »</a:t>
            </a:r>
            <a:r>
              <a:rPr lang="en-US" sz="1550" b="1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— 1 Pierre 5.6 (NEG)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48640" y="64373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</a:t>
            </a:r>
            <a:r>
              <a:rPr lang="en-US" sz="900" dirty="0">
                <a:solidFill>
                  <a:srgbClr val="6E6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·   Pasteur Simon Ouellette   ·   EBC   ·   NEG 1979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00800"/>
            <a:ext cx="502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400" name="accentBar"/>
          <p:cNvSpPr/>
          <p:nvPr/>
        </p:nvSpPr>
        <p:spPr>
          <a:xfrm>
            <a:off x="457200" y="203200"/>
            <a:ext cx="50800" cy="787400"/>
          </a:xfrm>
          <a:prstGeom prst="rect">
            <a:avLst/>
          </a:prstGeom>
          <a:solidFill>
            <a:srgbClr val="F2A24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1" name="eyebrow"/>
          <p:cNvSpPr txBox="1"/>
          <p:nvPr/>
        </p:nvSpPr>
        <p:spPr>
          <a:xfrm>
            <a:off x="546100" y="165100"/>
            <a:ext cx="8890000" cy="2286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fr-CA" sz="1400" b="1" spc="320" dirty="0">
                <a:solidFill>
                  <a:srgbClr val="F2A24E"/>
                </a:solidFill>
                <a:latin typeface="Cambria" pitchFamily="34" charset="0"/>
              </a:rPr>
              <a:t>13 · POUR LA DISCUSSION</a:t>
            </a:r>
          </a:p>
        </p:txBody>
      </p:sp>
    </p:spTree>
    <p:extLst>
      <p:ext uri="{BB962C8B-B14F-4D97-AF65-F5344CB8AC3E}">
        <p14:creationId xmlns:p14="http://schemas.microsoft.com/office/powerpoint/2010/main" val="16144624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7276" y="1234440"/>
            <a:ext cx="914400" cy="914400"/>
          </a:xfrm>
          <a:prstGeom prst="ellipse">
            <a:avLst/>
          </a:prstGeom>
          <a:solidFill>
            <a:srgbClr val="E8821E"/>
          </a:solidFill>
          <a:ln/>
        </p:spPr>
        <p:txBody>
          <a:bodyPr/>
          <a:lstStyle/>
          <a:p>
            <a:endParaRPr lang="fr-CA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164" y="148132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606040"/>
            <a:ext cx="962863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3000" b="1" i="1" dirty="0">
                <a:solidFill>
                  <a:srgbClr val="F5EF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Ma grâce te suffit, car ma puissance s'accomplit dans la faiblesse. »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0" y="42976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F2A2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Corinthiens 12.9 (NEG)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0" y="53492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E88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 Deo Gloria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58521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9F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Église Baptiste de Charlesbourg  ·  EBC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49389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F81471C-05E7-4AE5-968B-B17FCA7B7D7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6ff6175-4de9-4c6e-88d3-cbe619b8297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911</TotalTime>
  <Words>1859</Words>
  <Application>Microsoft Office PowerPoint</Application>
  <PresentationFormat>Personnalisé</PresentationFormat>
  <Paragraphs>260</Paragraphs>
  <Slides>14</Slides>
  <Notes>14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7" baseType="lpstr">
      <vt:lpstr>Arial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Vallée de la Vision — Étude biblique</dc:title>
  <dc:subject>PptxGenJS Presentation</dc:subject>
  <dc:creator>AGB · EBC</dc:creator>
  <cp:lastModifiedBy>André-Guy Bruneau</cp:lastModifiedBy>
  <cp:revision>1</cp:revision>
  <dcterms:created xsi:type="dcterms:W3CDTF">2026-06-25T11:10:39Z</dcterms:created>
  <dcterms:modified xsi:type="dcterms:W3CDTF">2026-06-27T23:35:56Z</dcterms:modified>
</cp:coreProperties>
</file>